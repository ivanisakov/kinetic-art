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57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9C567-C359-573A-414F-7EF29BD59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0D92C-C45F-1791-8EB4-4DB939D4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01F9F-47D8-7341-0740-FEE763402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23E9-2992-4312-AED1-A1E83365BF76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6AAA1-A648-7C8C-CF7F-CAEF35BC9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F21BE-829B-F55C-D350-0CCFE1644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9CF7-14DD-4EA3-B3FA-82EA11059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587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1A411-978A-79ED-1E7D-6F84A94E8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52FBB-6B6B-EF4A-20AC-1F6BD321F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08DC0-3644-027C-D374-B6B376371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23E9-2992-4312-AED1-A1E83365BF76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8C530-EFA1-AF39-41FF-3C831F6AB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69497-3C24-C704-EB50-EED360933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9CF7-14DD-4EA3-B3FA-82EA11059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779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5DA61-A9A9-C966-5F22-6720B9040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F9389-1865-73EB-A201-4640CC224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00C2D-4DD4-8E3F-4624-F39288E8C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23E9-2992-4312-AED1-A1E83365BF76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269EF-8A39-5D1E-D254-582E181C3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C36C4-964D-594B-DD21-BAD4673B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9CF7-14DD-4EA3-B3FA-82EA11059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4138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C25F2-154C-9779-2BA2-E2604AD60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900E2-D1B5-A857-842F-D0917BAB3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A369F7-4135-CFFF-CA24-7B41DE3A7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3B76B-9EB8-4847-B5C8-D38F72DB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23E9-2992-4312-AED1-A1E83365BF76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955F2-E8EB-EC3D-ADFD-2A8D8D8C4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CD52-AF91-8EBB-0558-E8067339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9CF7-14DD-4EA3-B3FA-82EA11059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278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10E7-DEF7-DCDC-3578-C4EA9555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15324-13A4-A292-40AB-689A22EB0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2FF8B-9BEC-3D29-3D00-09AB7F5D6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16472-E0DD-DCBC-316D-1646E9227B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230FDF-9C70-570A-93D7-3F4819CEF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439E36-65D1-B65C-CD41-80E9E67F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23E9-2992-4312-AED1-A1E83365BF76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13F02C-898C-0E61-4F0C-46D76D105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35B42A-508A-AA10-23ED-AB81291A6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9CF7-14DD-4EA3-B3FA-82EA11059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84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5897A-33AD-5716-6FBE-569468E1C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18DCF1-C225-6EC5-A1BF-F2938A483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23E9-2992-4312-AED1-A1E83365BF76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3C2F9-5ACC-3FF1-D87F-13CCB39B5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F7716-A9F3-D916-D3DA-E2E00070E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9CF7-14DD-4EA3-B3FA-82EA11059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258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DCCD0-CB7C-618B-3534-E22396D8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23E9-2992-4312-AED1-A1E83365BF76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B8F971-D46E-D9F0-2D15-FFA768013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CA9D8-3769-2D3D-5A7E-2C37F108C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9CF7-14DD-4EA3-B3FA-82EA11059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717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C5D60-81A9-C76A-9D79-693FD7DE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B2B92-9F3B-FCC9-BF0F-351E62765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2B3D3-A908-310B-2741-6E14794F6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F05BC-9076-1751-808B-632C4F802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23E9-2992-4312-AED1-A1E83365BF76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1503D-59B0-ED49-7407-C16490CAA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2CA67-1E2D-1404-A0A0-16B9BAE51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9CF7-14DD-4EA3-B3FA-82EA11059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3879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D301-5477-6F59-27D6-16992AF70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08F91B-651D-B4D2-E263-DBCEA78B8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52501-7730-16CE-1715-0C01355CF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2EAA8-FC15-B5F9-AAEC-3B5A08B43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23E9-2992-4312-AED1-A1E83365BF76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1F4A4-A350-4333-1331-7D6D6EEC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62A4F-8E96-A4D6-5CD8-2F600483C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9CF7-14DD-4EA3-B3FA-82EA11059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896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28B1-D540-8447-FD98-87965DF80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B169A0-16C8-1B1C-82CF-D6EC8E899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23D75-4C20-F0C0-4078-801DE7EA8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23E9-2992-4312-AED1-A1E83365BF76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9F4CE-D687-4E77-4419-CD180BDFC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FE235-5AE5-DAB3-D1BC-9506828D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9CF7-14DD-4EA3-B3FA-82EA11059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600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EBA51E-69F7-51BE-004C-08E360D27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68726-A2C2-FA41-3C0E-955248771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4030B-E790-2C24-A218-0FDD67189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23E9-2992-4312-AED1-A1E83365BF76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3DD0B-484B-B103-2537-418CF42AA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5ECF3-0F2A-4D20-5CAB-B310CF11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9CF7-14DD-4EA3-B3FA-82EA11059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375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6DF951-C999-B1B8-30D6-3B6C7D25B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5BDDB-6AD3-E62B-FB15-6E05A1BBF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771FA-4D97-B19A-654D-D44D84482F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BE23E9-2992-4312-AED1-A1E83365BF76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E183D-19E8-351C-4CDF-40A8F6CCC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0CD36-E11B-66F0-EF21-7BF5C0418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E9CF7-14DD-4EA3-B3FA-82EA11059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182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56506D-8C16-6DA4-780B-46D300A1BCF4}"/>
              </a:ext>
            </a:extLst>
          </p:cNvPr>
          <p:cNvCxnSpPr>
            <a:cxnSpLocks/>
          </p:cNvCxnSpPr>
          <p:nvPr/>
        </p:nvCxnSpPr>
        <p:spPr>
          <a:xfrm flipV="1">
            <a:off x="2260879" y="648119"/>
            <a:ext cx="1140488" cy="155749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D15F59-E0FF-18F7-FD0A-0C5D13EA5F58}"/>
              </a:ext>
            </a:extLst>
          </p:cNvPr>
          <p:cNvCxnSpPr>
            <a:cxnSpLocks/>
          </p:cNvCxnSpPr>
          <p:nvPr/>
        </p:nvCxnSpPr>
        <p:spPr>
          <a:xfrm>
            <a:off x="2260879" y="6355583"/>
            <a:ext cx="1140488" cy="24283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5EA51C-86F0-32A3-E4BA-13D20C1746DE}"/>
              </a:ext>
            </a:extLst>
          </p:cNvPr>
          <p:cNvCxnSpPr>
            <a:cxnSpLocks/>
          </p:cNvCxnSpPr>
          <p:nvPr/>
        </p:nvCxnSpPr>
        <p:spPr>
          <a:xfrm>
            <a:off x="2260879" y="5453673"/>
            <a:ext cx="1140488" cy="24283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CDE6E8-1B8D-A827-260A-5B4DD39EE31E}"/>
              </a:ext>
            </a:extLst>
          </p:cNvPr>
          <p:cNvCxnSpPr>
            <a:cxnSpLocks/>
          </p:cNvCxnSpPr>
          <p:nvPr/>
        </p:nvCxnSpPr>
        <p:spPr>
          <a:xfrm flipV="1">
            <a:off x="2260879" y="1681494"/>
            <a:ext cx="1140488" cy="130838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D68D14B-AA32-2B62-6CA1-6560AA549948}"/>
              </a:ext>
            </a:extLst>
          </p:cNvPr>
          <p:cNvCxnSpPr>
            <a:cxnSpLocks/>
          </p:cNvCxnSpPr>
          <p:nvPr/>
        </p:nvCxnSpPr>
        <p:spPr>
          <a:xfrm flipV="1">
            <a:off x="2260879" y="2689958"/>
            <a:ext cx="1140488" cy="98808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C311DB5-32C5-491D-C32C-096078B0609C}"/>
              </a:ext>
            </a:extLst>
          </p:cNvPr>
          <p:cNvCxnSpPr>
            <a:cxnSpLocks/>
          </p:cNvCxnSpPr>
          <p:nvPr/>
        </p:nvCxnSpPr>
        <p:spPr>
          <a:xfrm>
            <a:off x="2260879" y="4551764"/>
            <a:ext cx="1140488" cy="24283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269187-2726-AA86-DDFB-838F04E851A2}"/>
              </a:ext>
            </a:extLst>
          </p:cNvPr>
          <p:cNvCxnSpPr>
            <a:cxnSpLocks/>
          </p:cNvCxnSpPr>
          <p:nvPr/>
        </p:nvCxnSpPr>
        <p:spPr>
          <a:xfrm flipV="1">
            <a:off x="2260879" y="3666392"/>
            <a:ext cx="1140488" cy="7746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9766238-6D85-DC81-5FBB-79872E73A1B8}"/>
              </a:ext>
            </a:extLst>
          </p:cNvPr>
          <p:cNvGrpSpPr/>
          <p:nvPr/>
        </p:nvGrpSpPr>
        <p:grpSpPr>
          <a:xfrm>
            <a:off x="3599822" y="991438"/>
            <a:ext cx="1140488" cy="5049925"/>
            <a:chOff x="2260879" y="648119"/>
            <a:chExt cx="1140488" cy="573174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C064AC9-8836-E2E4-1E6A-D89255867D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648119"/>
              <a:ext cx="1140488" cy="155749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85C660A-2DB7-D695-8A79-054C9A0C13E9}"/>
                </a:ext>
              </a:extLst>
            </p:cNvPr>
            <p:cNvCxnSpPr>
              <a:cxnSpLocks/>
            </p:cNvCxnSpPr>
            <p:nvPr/>
          </p:nvCxnSpPr>
          <p:spPr>
            <a:xfrm>
              <a:off x="2260879" y="6355583"/>
              <a:ext cx="1140488" cy="24283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59B2E9F-BA17-9217-8031-6808403ECFF2}"/>
                </a:ext>
              </a:extLst>
            </p:cNvPr>
            <p:cNvCxnSpPr>
              <a:cxnSpLocks/>
            </p:cNvCxnSpPr>
            <p:nvPr/>
          </p:nvCxnSpPr>
          <p:spPr>
            <a:xfrm>
              <a:off x="2260879" y="5453673"/>
              <a:ext cx="1140488" cy="24283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AEB3BCD-EF91-C34E-F93B-2AE2F1A495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1681494"/>
              <a:ext cx="1140488" cy="130838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89734E2-6259-386D-C376-46EE2407C8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2689958"/>
              <a:ext cx="1140488" cy="98808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95DC037-305B-FBFE-D300-7D38598AB3A3}"/>
                </a:ext>
              </a:extLst>
            </p:cNvPr>
            <p:cNvCxnSpPr>
              <a:cxnSpLocks/>
            </p:cNvCxnSpPr>
            <p:nvPr/>
          </p:nvCxnSpPr>
          <p:spPr>
            <a:xfrm>
              <a:off x="2260879" y="4551764"/>
              <a:ext cx="1140488" cy="24283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13FF1F8-6EEE-549A-0C61-CE55893782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3666392"/>
              <a:ext cx="1140488" cy="7746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EB22BE3-A807-65CC-32D3-8D80C71F6B1D}"/>
              </a:ext>
            </a:extLst>
          </p:cNvPr>
          <p:cNvGrpSpPr/>
          <p:nvPr/>
        </p:nvGrpSpPr>
        <p:grpSpPr>
          <a:xfrm>
            <a:off x="4938765" y="1322823"/>
            <a:ext cx="1041260" cy="4400829"/>
            <a:chOff x="2260879" y="648119"/>
            <a:chExt cx="1140488" cy="573174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271130-C658-D431-627F-0CBE5EC474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648119"/>
              <a:ext cx="1140488" cy="155749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5E7A421-F1E0-CAD8-2BC3-2A179F6CE43B}"/>
                </a:ext>
              </a:extLst>
            </p:cNvPr>
            <p:cNvCxnSpPr>
              <a:cxnSpLocks/>
            </p:cNvCxnSpPr>
            <p:nvPr/>
          </p:nvCxnSpPr>
          <p:spPr>
            <a:xfrm>
              <a:off x="2260879" y="6355583"/>
              <a:ext cx="1140488" cy="24283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DD238CA-953D-2EFE-424C-5C7BCC9F8302}"/>
                </a:ext>
              </a:extLst>
            </p:cNvPr>
            <p:cNvCxnSpPr>
              <a:cxnSpLocks/>
            </p:cNvCxnSpPr>
            <p:nvPr/>
          </p:nvCxnSpPr>
          <p:spPr>
            <a:xfrm>
              <a:off x="2260879" y="5453673"/>
              <a:ext cx="1140488" cy="24283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70DCC7B-43F6-41B1-3F92-5F8276BEF7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1681494"/>
              <a:ext cx="1140488" cy="130838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64C8035-F4CB-BDF0-6741-69555E9A33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2689958"/>
              <a:ext cx="1140488" cy="98808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6335381-1CFB-2DD8-7908-F6E9B983740F}"/>
                </a:ext>
              </a:extLst>
            </p:cNvPr>
            <p:cNvCxnSpPr>
              <a:cxnSpLocks/>
            </p:cNvCxnSpPr>
            <p:nvPr/>
          </p:nvCxnSpPr>
          <p:spPr>
            <a:xfrm>
              <a:off x="2260879" y="4551764"/>
              <a:ext cx="1140488" cy="24283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4A7192D-93ED-E0CA-1F8B-19B3F6B121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3666392"/>
              <a:ext cx="1140488" cy="7746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B04C604-2FF0-5D51-B5F2-BA787DB3ED80}"/>
              </a:ext>
            </a:extLst>
          </p:cNvPr>
          <p:cNvGrpSpPr/>
          <p:nvPr/>
        </p:nvGrpSpPr>
        <p:grpSpPr>
          <a:xfrm>
            <a:off x="6211976" y="1614464"/>
            <a:ext cx="984319" cy="3777767"/>
            <a:chOff x="2260879" y="648119"/>
            <a:chExt cx="1140488" cy="573174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60767D0-1CB0-B49F-AD1D-7782A214E1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648119"/>
              <a:ext cx="1140488" cy="155749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A621A6A-AE42-F6EA-69DC-DCA3852057B3}"/>
                </a:ext>
              </a:extLst>
            </p:cNvPr>
            <p:cNvCxnSpPr>
              <a:cxnSpLocks/>
            </p:cNvCxnSpPr>
            <p:nvPr/>
          </p:nvCxnSpPr>
          <p:spPr>
            <a:xfrm>
              <a:off x="2260879" y="6355583"/>
              <a:ext cx="1140488" cy="24283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D3BE312-B1ED-36AB-7668-1D1881F42D69}"/>
                </a:ext>
              </a:extLst>
            </p:cNvPr>
            <p:cNvCxnSpPr>
              <a:cxnSpLocks/>
            </p:cNvCxnSpPr>
            <p:nvPr/>
          </p:nvCxnSpPr>
          <p:spPr>
            <a:xfrm>
              <a:off x="2260879" y="5453673"/>
              <a:ext cx="1140488" cy="24283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9D1EDCB-172E-9458-5AEA-51FCA21427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1681494"/>
              <a:ext cx="1140488" cy="130838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12BC409-3073-B737-1BE4-42A9EA5EB1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2689958"/>
              <a:ext cx="1140488" cy="98808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806AC5-4360-61D7-282C-5A8311D2C929}"/>
                </a:ext>
              </a:extLst>
            </p:cNvPr>
            <p:cNvCxnSpPr>
              <a:cxnSpLocks/>
            </p:cNvCxnSpPr>
            <p:nvPr/>
          </p:nvCxnSpPr>
          <p:spPr>
            <a:xfrm>
              <a:off x="2260879" y="4551764"/>
              <a:ext cx="1140488" cy="24283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FE7D306-C23F-162B-2395-87720C0AEB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3666392"/>
              <a:ext cx="1140488" cy="7746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Trapezoid 3">
            <a:extLst>
              <a:ext uri="{FF2B5EF4-FFF2-40B4-BE49-F238E27FC236}">
                <a16:creationId xmlns:a16="http://schemas.microsoft.com/office/drawing/2014/main" id="{91E54C27-41C0-0D22-DFDC-E38B62F1D4CF}"/>
              </a:ext>
            </a:extLst>
          </p:cNvPr>
          <p:cNvSpPr/>
          <p:nvPr/>
        </p:nvSpPr>
        <p:spPr>
          <a:xfrm rot="5400000">
            <a:off x="2440075" y="1609411"/>
            <a:ext cx="5717512" cy="3794928"/>
          </a:xfrm>
          <a:prstGeom prst="trapezoid">
            <a:avLst/>
          </a:prstGeom>
          <a:solidFill>
            <a:schemeClr val="bg1">
              <a:lumMod val="65000"/>
              <a:alpha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47B020-99E6-E151-9EEF-2456D79D3A68}"/>
              </a:ext>
            </a:extLst>
          </p:cNvPr>
          <p:cNvSpPr txBox="1"/>
          <p:nvPr/>
        </p:nvSpPr>
        <p:spPr>
          <a:xfrm>
            <a:off x="2260879" y="293468"/>
            <a:ext cx="919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pistons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3F2900-69E0-381A-5E97-3812719438EB}"/>
              </a:ext>
            </a:extLst>
          </p:cNvPr>
          <p:cNvSpPr txBox="1"/>
          <p:nvPr/>
        </p:nvSpPr>
        <p:spPr>
          <a:xfrm>
            <a:off x="6537292" y="875383"/>
            <a:ext cx="755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fabric</a:t>
            </a:r>
          </a:p>
        </p:txBody>
      </p:sp>
    </p:spTree>
    <p:extLst>
      <p:ext uri="{BB962C8B-B14F-4D97-AF65-F5344CB8AC3E}">
        <p14:creationId xmlns:p14="http://schemas.microsoft.com/office/powerpoint/2010/main" val="3175586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7547A7-A881-0905-C5A1-F8AB244E3C44}"/>
              </a:ext>
            </a:extLst>
          </p:cNvPr>
          <p:cNvCxnSpPr>
            <a:cxnSpLocks/>
          </p:cNvCxnSpPr>
          <p:nvPr/>
        </p:nvCxnSpPr>
        <p:spPr>
          <a:xfrm flipV="1">
            <a:off x="2260879" y="648119"/>
            <a:ext cx="1140488" cy="155749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D7DE181-F962-B02B-734D-7D4520B7BEE3}"/>
              </a:ext>
            </a:extLst>
          </p:cNvPr>
          <p:cNvCxnSpPr>
            <a:cxnSpLocks/>
          </p:cNvCxnSpPr>
          <p:nvPr/>
        </p:nvCxnSpPr>
        <p:spPr>
          <a:xfrm>
            <a:off x="2260879" y="6355583"/>
            <a:ext cx="1140488" cy="24283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C852F8-7559-1401-87ED-47B8835A5FC9}"/>
              </a:ext>
            </a:extLst>
          </p:cNvPr>
          <p:cNvCxnSpPr>
            <a:cxnSpLocks/>
          </p:cNvCxnSpPr>
          <p:nvPr/>
        </p:nvCxnSpPr>
        <p:spPr>
          <a:xfrm>
            <a:off x="2260879" y="5453673"/>
            <a:ext cx="1140488" cy="24283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5D5892-300F-98F3-CF96-2C2645B6C5DC}"/>
              </a:ext>
            </a:extLst>
          </p:cNvPr>
          <p:cNvCxnSpPr>
            <a:cxnSpLocks/>
          </p:cNvCxnSpPr>
          <p:nvPr/>
        </p:nvCxnSpPr>
        <p:spPr>
          <a:xfrm flipV="1">
            <a:off x="2260879" y="1681494"/>
            <a:ext cx="1140488" cy="130838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67BB715-7597-A72F-1367-AF1FD187D03F}"/>
              </a:ext>
            </a:extLst>
          </p:cNvPr>
          <p:cNvCxnSpPr>
            <a:cxnSpLocks/>
          </p:cNvCxnSpPr>
          <p:nvPr/>
        </p:nvCxnSpPr>
        <p:spPr>
          <a:xfrm flipV="1">
            <a:off x="2260879" y="2689958"/>
            <a:ext cx="1140488" cy="98808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A71FB0-62F1-F113-EE1B-5E880F6D6CEA}"/>
              </a:ext>
            </a:extLst>
          </p:cNvPr>
          <p:cNvCxnSpPr>
            <a:cxnSpLocks/>
          </p:cNvCxnSpPr>
          <p:nvPr/>
        </p:nvCxnSpPr>
        <p:spPr>
          <a:xfrm>
            <a:off x="2260879" y="4551764"/>
            <a:ext cx="884255" cy="0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2D32C1-52A1-098F-B29D-88BFF00AE8FD}"/>
              </a:ext>
            </a:extLst>
          </p:cNvPr>
          <p:cNvCxnSpPr>
            <a:cxnSpLocks/>
          </p:cNvCxnSpPr>
          <p:nvPr/>
        </p:nvCxnSpPr>
        <p:spPr>
          <a:xfrm flipV="1">
            <a:off x="2260879" y="3666392"/>
            <a:ext cx="1140488" cy="7746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734AF71-C421-CA3F-A652-B80C65DC2F75}"/>
              </a:ext>
            </a:extLst>
          </p:cNvPr>
          <p:cNvCxnSpPr>
            <a:cxnSpLocks/>
          </p:cNvCxnSpPr>
          <p:nvPr/>
        </p:nvCxnSpPr>
        <p:spPr>
          <a:xfrm flipV="1">
            <a:off x="3599822" y="1045029"/>
            <a:ext cx="861646" cy="83631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CCD049-9B1B-1D18-C60A-C402FAC87020}"/>
              </a:ext>
            </a:extLst>
          </p:cNvPr>
          <p:cNvCxnSpPr>
            <a:cxnSpLocks/>
          </p:cNvCxnSpPr>
          <p:nvPr/>
        </p:nvCxnSpPr>
        <p:spPr>
          <a:xfrm>
            <a:off x="3599822" y="6019969"/>
            <a:ext cx="1140488" cy="21394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7E8096-15E3-51EF-1F2F-83E32791A239}"/>
              </a:ext>
            </a:extLst>
          </p:cNvPr>
          <p:cNvCxnSpPr>
            <a:cxnSpLocks/>
          </p:cNvCxnSpPr>
          <p:nvPr/>
        </p:nvCxnSpPr>
        <p:spPr>
          <a:xfrm>
            <a:off x="3599822" y="5225346"/>
            <a:ext cx="1585127" cy="0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50F0A78-E2B8-71DE-1989-637AC8F183D0}"/>
              </a:ext>
            </a:extLst>
          </p:cNvPr>
          <p:cNvCxnSpPr>
            <a:cxnSpLocks/>
          </p:cNvCxnSpPr>
          <p:nvPr/>
        </p:nvCxnSpPr>
        <p:spPr>
          <a:xfrm flipV="1">
            <a:off x="3599822" y="1901888"/>
            <a:ext cx="1140488" cy="115274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36D0C2-6552-765C-9A0F-0F74B3475ED1}"/>
              </a:ext>
            </a:extLst>
          </p:cNvPr>
          <p:cNvCxnSpPr>
            <a:cxnSpLocks/>
          </p:cNvCxnSpPr>
          <p:nvPr/>
        </p:nvCxnSpPr>
        <p:spPr>
          <a:xfrm flipV="1">
            <a:off x="3599822" y="2788766"/>
            <a:ext cx="1338943" cy="88677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C87B20-B0CF-47EF-489C-FF2B08A17CD8}"/>
              </a:ext>
            </a:extLst>
          </p:cNvPr>
          <p:cNvCxnSpPr>
            <a:cxnSpLocks/>
          </p:cNvCxnSpPr>
          <p:nvPr/>
        </p:nvCxnSpPr>
        <p:spPr>
          <a:xfrm>
            <a:off x="3599822" y="4430724"/>
            <a:ext cx="1140488" cy="21394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3E7440F-4BE9-750D-A208-6B04C1777F6F}"/>
              </a:ext>
            </a:extLst>
          </p:cNvPr>
          <p:cNvCxnSpPr>
            <a:cxnSpLocks/>
          </p:cNvCxnSpPr>
          <p:nvPr/>
        </p:nvCxnSpPr>
        <p:spPr>
          <a:xfrm flipV="1">
            <a:off x="3599822" y="3640250"/>
            <a:ext cx="771211" cy="17246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A73E84B-44AF-7B2C-DEE4-A8095CD527B2}"/>
              </a:ext>
            </a:extLst>
          </p:cNvPr>
          <p:cNvCxnSpPr>
            <a:cxnSpLocks/>
          </p:cNvCxnSpPr>
          <p:nvPr/>
        </p:nvCxnSpPr>
        <p:spPr>
          <a:xfrm flipV="1">
            <a:off x="4938765" y="1322823"/>
            <a:ext cx="1041260" cy="119584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026202-9003-8A5C-FED0-F54A1D9026C7}"/>
              </a:ext>
            </a:extLst>
          </p:cNvPr>
          <p:cNvCxnSpPr>
            <a:cxnSpLocks/>
          </p:cNvCxnSpPr>
          <p:nvPr/>
        </p:nvCxnSpPr>
        <p:spPr>
          <a:xfrm>
            <a:off x="4938765" y="5705008"/>
            <a:ext cx="1041260" cy="18644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A9DA8B-8B79-F196-53CD-96DDBEB8B1F3}"/>
              </a:ext>
            </a:extLst>
          </p:cNvPr>
          <p:cNvCxnSpPr>
            <a:cxnSpLocks/>
          </p:cNvCxnSpPr>
          <p:nvPr/>
        </p:nvCxnSpPr>
        <p:spPr>
          <a:xfrm>
            <a:off x="4938765" y="5012522"/>
            <a:ext cx="1041260" cy="18644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A7B2803-9F6D-FCAB-28C5-E9D75F03472A}"/>
              </a:ext>
            </a:extLst>
          </p:cNvPr>
          <p:cNvCxnSpPr>
            <a:cxnSpLocks/>
          </p:cNvCxnSpPr>
          <p:nvPr/>
        </p:nvCxnSpPr>
        <p:spPr>
          <a:xfrm flipV="1">
            <a:off x="4938765" y="2140299"/>
            <a:ext cx="758650" cy="76405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394B7D8-DBAD-B3EE-5B8D-D4D0BEB48EC0}"/>
              </a:ext>
            </a:extLst>
          </p:cNvPr>
          <p:cNvCxnSpPr>
            <a:cxnSpLocks/>
          </p:cNvCxnSpPr>
          <p:nvPr/>
        </p:nvCxnSpPr>
        <p:spPr>
          <a:xfrm flipV="1">
            <a:off x="4938765" y="2890545"/>
            <a:ext cx="1041260" cy="75865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B2303B-C0A2-2EA1-5B2D-284E04760338}"/>
              </a:ext>
            </a:extLst>
          </p:cNvPr>
          <p:cNvCxnSpPr>
            <a:cxnSpLocks/>
          </p:cNvCxnSpPr>
          <p:nvPr/>
        </p:nvCxnSpPr>
        <p:spPr>
          <a:xfrm>
            <a:off x="4938765" y="4320037"/>
            <a:ext cx="1041260" cy="18644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F3E4456-B83A-3826-E4C7-2D2D6346256F}"/>
              </a:ext>
            </a:extLst>
          </p:cNvPr>
          <p:cNvCxnSpPr>
            <a:cxnSpLocks/>
          </p:cNvCxnSpPr>
          <p:nvPr/>
        </p:nvCxnSpPr>
        <p:spPr>
          <a:xfrm flipV="1">
            <a:off x="4938765" y="3640250"/>
            <a:ext cx="788795" cy="5947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25F847E-C514-5980-2C7D-88CFF87AA22D}"/>
              </a:ext>
            </a:extLst>
          </p:cNvPr>
          <p:cNvGrpSpPr/>
          <p:nvPr/>
        </p:nvGrpSpPr>
        <p:grpSpPr>
          <a:xfrm>
            <a:off x="6211976" y="1614464"/>
            <a:ext cx="1223804" cy="3777767"/>
            <a:chOff x="2260879" y="648119"/>
            <a:chExt cx="1417969" cy="5731747"/>
          </a:xfrm>
          <a:solidFill>
            <a:schemeClr val="bg1">
              <a:lumMod val="65000"/>
              <a:alpha val="63000"/>
            </a:schemeClr>
          </a:solidFill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6802D3F-BFB9-5899-4AF5-49545647A0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648119"/>
              <a:ext cx="1140488" cy="155749"/>
            </a:xfrm>
            <a:prstGeom prst="line">
              <a:avLst/>
            </a:prstGeom>
            <a:grpFill/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6DD1DFE-FCE2-5C5A-5F49-093C7C89E8BB}"/>
                </a:ext>
              </a:extLst>
            </p:cNvPr>
            <p:cNvCxnSpPr>
              <a:cxnSpLocks/>
            </p:cNvCxnSpPr>
            <p:nvPr/>
          </p:nvCxnSpPr>
          <p:spPr>
            <a:xfrm>
              <a:off x="2260879" y="6355583"/>
              <a:ext cx="1140488" cy="24283"/>
            </a:xfrm>
            <a:prstGeom prst="line">
              <a:avLst/>
            </a:prstGeom>
            <a:grpFill/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0D3774-6B6F-E5B6-AA27-74B144DD62EC}"/>
                </a:ext>
              </a:extLst>
            </p:cNvPr>
            <p:cNvCxnSpPr>
              <a:cxnSpLocks/>
            </p:cNvCxnSpPr>
            <p:nvPr/>
          </p:nvCxnSpPr>
          <p:spPr>
            <a:xfrm>
              <a:off x="2260879" y="5453673"/>
              <a:ext cx="1140488" cy="24283"/>
            </a:xfrm>
            <a:prstGeom prst="line">
              <a:avLst/>
            </a:prstGeom>
            <a:grpFill/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09651E9-F1EF-C662-7C83-741BD04C46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1681494"/>
              <a:ext cx="1140488" cy="130838"/>
            </a:xfrm>
            <a:prstGeom prst="line">
              <a:avLst/>
            </a:prstGeom>
            <a:grpFill/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051942B-CF9E-0E42-FA76-24673F1441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2699334"/>
              <a:ext cx="1417969" cy="89432"/>
            </a:xfrm>
            <a:prstGeom prst="line">
              <a:avLst/>
            </a:prstGeom>
            <a:grpFill/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7FCF248-49A1-5592-A890-480DE5722B95}"/>
                </a:ext>
              </a:extLst>
            </p:cNvPr>
            <p:cNvCxnSpPr>
              <a:cxnSpLocks/>
            </p:cNvCxnSpPr>
            <p:nvPr/>
          </p:nvCxnSpPr>
          <p:spPr>
            <a:xfrm>
              <a:off x="2260879" y="4551764"/>
              <a:ext cx="1140488" cy="24283"/>
            </a:xfrm>
            <a:prstGeom prst="line">
              <a:avLst/>
            </a:prstGeom>
            <a:grpFill/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E5A8D7-5B5A-D458-44AD-90FE9975BD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3666392"/>
              <a:ext cx="1140488" cy="7746"/>
            </a:xfrm>
            <a:prstGeom prst="line">
              <a:avLst/>
            </a:prstGeom>
            <a:grpFill/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87D3F982-AD63-148C-8D28-117ADFB1FAB5}"/>
              </a:ext>
            </a:extLst>
          </p:cNvPr>
          <p:cNvSpPr/>
          <p:nvPr/>
        </p:nvSpPr>
        <p:spPr>
          <a:xfrm>
            <a:off x="3386295" y="643095"/>
            <a:ext cx="1356527" cy="1245995"/>
          </a:xfrm>
          <a:custGeom>
            <a:avLst/>
            <a:gdLst>
              <a:gd name="csX0" fmla="*/ 0 w 1356527"/>
              <a:gd name="csY0" fmla="*/ 0 h 1245995"/>
              <a:gd name="csX1" fmla="*/ 10048 w 1356527"/>
              <a:gd name="csY1" fmla="*/ 1045028 h 1245995"/>
              <a:gd name="csX2" fmla="*/ 1356527 w 1356527"/>
              <a:gd name="csY2" fmla="*/ 1245995 h 1245995"/>
              <a:gd name="csX3" fmla="*/ 1065125 w 1356527"/>
              <a:gd name="csY3" fmla="*/ 391885 h 1245995"/>
              <a:gd name="csX4" fmla="*/ 0 w 1356527"/>
              <a:gd name="csY4" fmla="*/ 0 h 1245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56527" h="1245995">
                <a:moveTo>
                  <a:pt x="0" y="0"/>
                </a:moveTo>
                <a:cubicBezTo>
                  <a:pt x="3349" y="348343"/>
                  <a:pt x="6699" y="696685"/>
                  <a:pt x="10048" y="1045028"/>
                </a:cubicBezTo>
                <a:lnTo>
                  <a:pt x="1356527" y="1245995"/>
                </a:lnTo>
                <a:lnTo>
                  <a:pt x="1065125" y="39188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8AEBD292-8D18-BBB4-7D79-933A7B86FB9C}"/>
              </a:ext>
            </a:extLst>
          </p:cNvPr>
          <p:cNvSpPr/>
          <p:nvPr/>
        </p:nvSpPr>
        <p:spPr>
          <a:xfrm>
            <a:off x="3401368" y="1668026"/>
            <a:ext cx="1557494" cy="1145511"/>
          </a:xfrm>
          <a:custGeom>
            <a:avLst/>
            <a:gdLst>
              <a:gd name="csX0" fmla="*/ 0 w 1557494"/>
              <a:gd name="csY0" fmla="*/ 0 h 1145511"/>
              <a:gd name="csX1" fmla="*/ 10048 w 1557494"/>
              <a:gd name="csY1" fmla="*/ 1045028 h 1145511"/>
              <a:gd name="csX2" fmla="*/ 1557494 w 1557494"/>
              <a:gd name="csY2" fmla="*/ 1145511 h 1145511"/>
              <a:gd name="csX3" fmla="*/ 1376624 w 1557494"/>
              <a:gd name="csY3" fmla="*/ 241159 h 1145511"/>
              <a:gd name="csX4" fmla="*/ 0 w 1557494"/>
              <a:gd name="csY4" fmla="*/ 0 h 11455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57494" h="1145511">
                <a:moveTo>
                  <a:pt x="0" y="0"/>
                </a:moveTo>
                <a:cubicBezTo>
                  <a:pt x="3349" y="348343"/>
                  <a:pt x="6699" y="696685"/>
                  <a:pt x="10048" y="1045028"/>
                </a:cubicBezTo>
                <a:lnTo>
                  <a:pt x="1557494" y="1145511"/>
                </a:lnTo>
                <a:lnTo>
                  <a:pt x="1376624" y="241159"/>
                </a:lnTo>
                <a:cubicBezTo>
                  <a:pt x="931147" y="170821"/>
                  <a:pt x="415332" y="70338"/>
                  <a:pt x="0" y="0"/>
                </a:cubicBez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2DD6800-285E-52EC-3582-96FC75874077}"/>
              </a:ext>
            </a:extLst>
          </p:cNvPr>
          <p:cNvSpPr/>
          <p:nvPr/>
        </p:nvSpPr>
        <p:spPr>
          <a:xfrm>
            <a:off x="3400401" y="2692957"/>
            <a:ext cx="1528315" cy="954594"/>
          </a:xfrm>
          <a:custGeom>
            <a:avLst/>
            <a:gdLst>
              <a:gd name="csX0" fmla="*/ 966 w 1528315"/>
              <a:gd name="csY0" fmla="*/ 0 h 954594"/>
              <a:gd name="csX1" fmla="*/ 966 w 1528315"/>
              <a:gd name="csY1" fmla="*/ 954594 h 954594"/>
              <a:gd name="csX2" fmla="*/ 995752 w 1528315"/>
              <a:gd name="csY2" fmla="*/ 924448 h 954594"/>
              <a:gd name="csX3" fmla="*/ 1528315 w 1528315"/>
              <a:gd name="csY3" fmla="*/ 120579 h 954594"/>
              <a:gd name="csX4" fmla="*/ 966 w 1528315"/>
              <a:gd name="csY4" fmla="*/ 0 h 954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8315" h="954594">
                <a:moveTo>
                  <a:pt x="966" y="0"/>
                </a:moveTo>
                <a:cubicBezTo>
                  <a:pt x="4315" y="348343"/>
                  <a:pt x="-2383" y="606251"/>
                  <a:pt x="966" y="954594"/>
                </a:cubicBezTo>
                <a:lnTo>
                  <a:pt x="995752" y="924448"/>
                </a:lnTo>
                <a:lnTo>
                  <a:pt x="1528315" y="120579"/>
                </a:lnTo>
                <a:cubicBezTo>
                  <a:pt x="1123031" y="100483"/>
                  <a:pt x="436395" y="60289"/>
                  <a:pt x="966" y="0"/>
                </a:cubicBez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7BD8C50B-A2E6-F3A0-DEAD-D8AF26B44316}"/>
              </a:ext>
            </a:extLst>
          </p:cNvPr>
          <p:cNvSpPr/>
          <p:nvPr/>
        </p:nvSpPr>
        <p:spPr>
          <a:xfrm>
            <a:off x="3161462" y="3644632"/>
            <a:ext cx="1577591" cy="937311"/>
          </a:xfrm>
          <a:custGeom>
            <a:avLst/>
            <a:gdLst>
              <a:gd name="csX0" fmla="*/ 241161 w 1577591"/>
              <a:gd name="csY0" fmla="*/ 12863 h 937311"/>
              <a:gd name="csX1" fmla="*/ 0 w 1577591"/>
              <a:gd name="csY1" fmla="*/ 937311 h 937311"/>
              <a:gd name="csX2" fmla="*/ 1577591 w 1577591"/>
              <a:gd name="csY2" fmla="*/ 806682 h 937311"/>
              <a:gd name="csX3" fmla="*/ 1225899 w 1577591"/>
              <a:gd name="csY3" fmla="*/ 2814 h 937311"/>
              <a:gd name="csX4" fmla="*/ 241161 w 1577591"/>
              <a:gd name="csY4" fmla="*/ 12863 h 937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77591" h="937311">
                <a:moveTo>
                  <a:pt x="241161" y="12863"/>
                </a:moveTo>
                <a:cubicBezTo>
                  <a:pt x="133978" y="511931"/>
                  <a:pt x="127280" y="468388"/>
                  <a:pt x="0" y="937311"/>
                </a:cubicBezTo>
                <a:lnTo>
                  <a:pt x="1577591" y="806682"/>
                </a:lnTo>
                <a:lnTo>
                  <a:pt x="1225899" y="2814"/>
                </a:lnTo>
                <a:cubicBezTo>
                  <a:pt x="860809" y="-7234"/>
                  <a:pt x="646445" y="12862"/>
                  <a:pt x="241161" y="12863"/>
                </a:cubicBez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7E4676E9-4AAE-5AA7-6E81-E518647B813D}"/>
              </a:ext>
            </a:extLst>
          </p:cNvPr>
          <p:cNvSpPr/>
          <p:nvPr/>
        </p:nvSpPr>
        <p:spPr>
          <a:xfrm>
            <a:off x="3162720" y="4485621"/>
            <a:ext cx="2019718" cy="1018420"/>
          </a:xfrm>
          <a:custGeom>
            <a:avLst/>
            <a:gdLst>
              <a:gd name="csX0" fmla="*/ 0 w 2019718"/>
              <a:gd name="csY0" fmla="*/ 93972 h 1018420"/>
              <a:gd name="csX1" fmla="*/ 261257 w 2019718"/>
              <a:gd name="csY1" fmla="*/ 1018420 h 1018420"/>
              <a:gd name="csX2" fmla="*/ 2019718 w 2019718"/>
              <a:gd name="csY2" fmla="*/ 767211 h 1018420"/>
              <a:gd name="csX3" fmla="*/ 1637881 w 2019718"/>
              <a:gd name="csY3" fmla="*/ 3536 h 1018420"/>
              <a:gd name="csX4" fmla="*/ 0 w 2019718"/>
              <a:gd name="csY4" fmla="*/ 93972 h 101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19718" h="1018420">
                <a:moveTo>
                  <a:pt x="0" y="93972"/>
                </a:moveTo>
                <a:cubicBezTo>
                  <a:pt x="83736" y="482508"/>
                  <a:pt x="157425" y="609787"/>
                  <a:pt x="261257" y="1018420"/>
                </a:cubicBezTo>
                <a:lnTo>
                  <a:pt x="2019718" y="767211"/>
                </a:lnTo>
                <a:lnTo>
                  <a:pt x="1637881" y="3536"/>
                </a:lnTo>
                <a:cubicBezTo>
                  <a:pt x="1182356" y="-16560"/>
                  <a:pt x="535913" y="53778"/>
                  <a:pt x="0" y="93972"/>
                </a:cubicBez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56A0831D-BA59-ABCC-8C37-97F0171A87DF}"/>
              </a:ext>
            </a:extLst>
          </p:cNvPr>
          <p:cNvSpPr/>
          <p:nvPr/>
        </p:nvSpPr>
        <p:spPr>
          <a:xfrm>
            <a:off x="3383784" y="5278247"/>
            <a:ext cx="1828800" cy="1135463"/>
          </a:xfrm>
          <a:custGeom>
            <a:avLst/>
            <a:gdLst>
              <a:gd name="csX0" fmla="*/ 0 w 1828800"/>
              <a:gd name="csY0" fmla="*/ 221064 h 1135463"/>
              <a:gd name="csX1" fmla="*/ 10048 w 1828800"/>
              <a:gd name="csY1" fmla="*/ 1135463 h 1135463"/>
              <a:gd name="csX2" fmla="*/ 1386672 w 1828800"/>
              <a:gd name="csY2" fmla="*/ 723481 h 1135463"/>
              <a:gd name="csX3" fmla="*/ 1828800 w 1828800"/>
              <a:gd name="csY3" fmla="*/ 0 h 1135463"/>
              <a:gd name="csX4" fmla="*/ 0 w 1828800"/>
              <a:gd name="csY4" fmla="*/ 221064 h 11354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28800" h="1135463">
                <a:moveTo>
                  <a:pt x="0" y="221064"/>
                </a:moveTo>
                <a:cubicBezTo>
                  <a:pt x="3349" y="569407"/>
                  <a:pt x="6699" y="787120"/>
                  <a:pt x="10048" y="1135463"/>
                </a:cubicBezTo>
                <a:lnTo>
                  <a:pt x="1386672" y="723481"/>
                </a:lnTo>
                <a:lnTo>
                  <a:pt x="1828800" y="0"/>
                </a:lnTo>
                <a:cubicBezTo>
                  <a:pt x="1282839" y="40194"/>
                  <a:pt x="716782" y="120580"/>
                  <a:pt x="0" y="221064"/>
                </a:cubicBez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F8E2A54-96F0-5785-2378-8F592AE63C88}"/>
              </a:ext>
            </a:extLst>
          </p:cNvPr>
          <p:cNvSpPr/>
          <p:nvPr/>
        </p:nvSpPr>
        <p:spPr>
          <a:xfrm>
            <a:off x="4471516" y="1024932"/>
            <a:ext cx="1507253" cy="1115367"/>
          </a:xfrm>
          <a:custGeom>
            <a:avLst/>
            <a:gdLst>
              <a:gd name="csX0" fmla="*/ 0 w 1507253"/>
              <a:gd name="csY0" fmla="*/ 0 h 1115367"/>
              <a:gd name="csX1" fmla="*/ 281354 w 1507253"/>
              <a:gd name="csY1" fmla="*/ 894303 h 1115367"/>
              <a:gd name="csX2" fmla="*/ 1225899 w 1507253"/>
              <a:gd name="csY2" fmla="*/ 1115367 h 1115367"/>
              <a:gd name="csX3" fmla="*/ 1507253 w 1507253"/>
              <a:gd name="csY3" fmla="*/ 281354 h 1115367"/>
              <a:gd name="csX4" fmla="*/ 0 w 1507253"/>
              <a:gd name="csY4" fmla="*/ 0 h 11153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07253" h="1115367">
                <a:moveTo>
                  <a:pt x="0" y="0"/>
                </a:moveTo>
                <a:lnTo>
                  <a:pt x="281354" y="894303"/>
                </a:lnTo>
                <a:lnTo>
                  <a:pt x="1225899" y="1115367"/>
                </a:lnTo>
                <a:lnTo>
                  <a:pt x="1507253" y="28135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8CC413DA-27BC-B68E-BFB0-3203A3169364}"/>
              </a:ext>
            </a:extLst>
          </p:cNvPr>
          <p:cNvSpPr/>
          <p:nvPr/>
        </p:nvSpPr>
        <p:spPr>
          <a:xfrm>
            <a:off x="4752870" y="1919235"/>
            <a:ext cx="1245996" cy="964642"/>
          </a:xfrm>
          <a:custGeom>
            <a:avLst/>
            <a:gdLst>
              <a:gd name="csX0" fmla="*/ 180871 w 1245996"/>
              <a:gd name="csY0" fmla="*/ 884255 h 964642"/>
              <a:gd name="csX1" fmla="*/ 1245996 w 1245996"/>
              <a:gd name="csY1" fmla="*/ 964642 h 964642"/>
              <a:gd name="csX2" fmla="*/ 954594 w 1245996"/>
              <a:gd name="csY2" fmla="*/ 251209 h 964642"/>
              <a:gd name="csX3" fmla="*/ 0 w 1245996"/>
              <a:gd name="csY3" fmla="*/ 0 h 964642"/>
              <a:gd name="csX4" fmla="*/ 180871 w 1245996"/>
              <a:gd name="csY4" fmla="*/ 884255 h 9646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5996" h="964642">
                <a:moveTo>
                  <a:pt x="180871" y="884255"/>
                </a:moveTo>
                <a:lnTo>
                  <a:pt x="1245996" y="964642"/>
                </a:lnTo>
                <a:lnTo>
                  <a:pt x="954594" y="251209"/>
                </a:lnTo>
                <a:lnTo>
                  <a:pt x="0" y="0"/>
                </a:lnTo>
                <a:lnTo>
                  <a:pt x="180871" y="884255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0BC80BD2-08F5-FCD8-6C3C-A027147C97E5}"/>
              </a:ext>
            </a:extLst>
          </p:cNvPr>
          <p:cNvSpPr/>
          <p:nvPr/>
        </p:nvSpPr>
        <p:spPr>
          <a:xfrm>
            <a:off x="4381081" y="2803490"/>
            <a:ext cx="1607737" cy="834013"/>
          </a:xfrm>
          <a:custGeom>
            <a:avLst/>
            <a:gdLst>
              <a:gd name="csX0" fmla="*/ 0 w 1607737"/>
              <a:gd name="csY0" fmla="*/ 803868 h 834013"/>
              <a:gd name="csX1" fmla="*/ 1366576 w 1607737"/>
              <a:gd name="csY1" fmla="*/ 834013 h 834013"/>
              <a:gd name="csX2" fmla="*/ 1607737 w 1607737"/>
              <a:gd name="csY2" fmla="*/ 90435 h 834013"/>
              <a:gd name="csX3" fmla="*/ 572756 w 1607737"/>
              <a:gd name="csY3" fmla="*/ 0 h 834013"/>
              <a:gd name="csX4" fmla="*/ 0 w 1607737"/>
              <a:gd name="csY4" fmla="*/ 803868 h 8340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07737" h="834013">
                <a:moveTo>
                  <a:pt x="0" y="803868"/>
                </a:moveTo>
                <a:lnTo>
                  <a:pt x="1366576" y="834013"/>
                </a:lnTo>
                <a:lnTo>
                  <a:pt x="1607737" y="90435"/>
                </a:lnTo>
                <a:lnTo>
                  <a:pt x="572756" y="0"/>
                </a:lnTo>
                <a:lnTo>
                  <a:pt x="0" y="803868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C22E8A82-AF2C-3ECB-0CEE-548546D3ADAE}"/>
              </a:ext>
            </a:extLst>
          </p:cNvPr>
          <p:cNvSpPr/>
          <p:nvPr/>
        </p:nvSpPr>
        <p:spPr>
          <a:xfrm>
            <a:off x="4381081" y="3617407"/>
            <a:ext cx="1587640" cy="823964"/>
          </a:xfrm>
          <a:custGeom>
            <a:avLst/>
            <a:gdLst>
              <a:gd name="csX0" fmla="*/ 361741 w 1587640"/>
              <a:gd name="csY0" fmla="*/ 823964 h 823964"/>
              <a:gd name="csX1" fmla="*/ 1587640 w 1587640"/>
              <a:gd name="csY1" fmla="*/ 723481 h 823964"/>
              <a:gd name="csX2" fmla="*/ 1356528 w 1587640"/>
              <a:gd name="csY2" fmla="*/ 30145 h 823964"/>
              <a:gd name="csX3" fmla="*/ 0 w 1587640"/>
              <a:gd name="csY3" fmla="*/ 0 h 823964"/>
              <a:gd name="csX4" fmla="*/ 361741 w 1587640"/>
              <a:gd name="csY4" fmla="*/ 823964 h 823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87640" h="823964">
                <a:moveTo>
                  <a:pt x="361741" y="823964"/>
                </a:moveTo>
                <a:lnTo>
                  <a:pt x="1587640" y="723481"/>
                </a:lnTo>
                <a:lnTo>
                  <a:pt x="1356528" y="30145"/>
                </a:lnTo>
                <a:lnTo>
                  <a:pt x="0" y="0"/>
                </a:lnTo>
                <a:lnTo>
                  <a:pt x="361741" y="823964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146C9532-F372-A117-6179-A05691A2B813}"/>
              </a:ext>
            </a:extLst>
          </p:cNvPr>
          <p:cNvSpPr/>
          <p:nvPr/>
        </p:nvSpPr>
        <p:spPr>
          <a:xfrm>
            <a:off x="4772967" y="4330840"/>
            <a:ext cx="1235947" cy="924448"/>
          </a:xfrm>
          <a:custGeom>
            <a:avLst/>
            <a:gdLst>
              <a:gd name="csX0" fmla="*/ 432079 w 1235947"/>
              <a:gd name="csY0" fmla="*/ 924448 h 924448"/>
              <a:gd name="csX1" fmla="*/ 1235947 w 1235947"/>
              <a:gd name="csY1" fmla="*/ 683287 h 924448"/>
              <a:gd name="csX2" fmla="*/ 1235947 w 1235947"/>
              <a:gd name="csY2" fmla="*/ 0 h 924448"/>
              <a:gd name="csX3" fmla="*/ 0 w 1235947"/>
              <a:gd name="csY3" fmla="*/ 130628 h 924448"/>
              <a:gd name="csX4" fmla="*/ 432079 w 1235947"/>
              <a:gd name="csY4" fmla="*/ 924448 h 9244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35947" h="924448">
                <a:moveTo>
                  <a:pt x="432079" y="924448"/>
                </a:moveTo>
                <a:lnTo>
                  <a:pt x="1235947" y="683287"/>
                </a:lnTo>
                <a:lnTo>
                  <a:pt x="1235947" y="0"/>
                </a:lnTo>
                <a:lnTo>
                  <a:pt x="0" y="130628"/>
                </a:lnTo>
                <a:lnTo>
                  <a:pt x="432079" y="924448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739C423D-C1A4-CE8F-124A-354E6F35E44B}"/>
              </a:ext>
            </a:extLst>
          </p:cNvPr>
          <p:cNvSpPr/>
          <p:nvPr/>
        </p:nvSpPr>
        <p:spPr>
          <a:xfrm>
            <a:off x="4752870" y="5034224"/>
            <a:ext cx="1235948" cy="1014884"/>
          </a:xfrm>
          <a:custGeom>
            <a:avLst/>
            <a:gdLst>
              <a:gd name="csX0" fmla="*/ 0 w 1235948"/>
              <a:gd name="csY0" fmla="*/ 1014884 h 1014884"/>
              <a:gd name="csX1" fmla="*/ 1235948 w 1235948"/>
              <a:gd name="csY1" fmla="*/ 683288 h 1014884"/>
              <a:gd name="csX2" fmla="*/ 1235948 w 1235948"/>
              <a:gd name="csY2" fmla="*/ 0 h 1014884"/>
              <a:gd name="csX3" fmla="*/ 442128 w 1235948"/>
              <a:gd name="csY3" fmla="*/ 221064 h 1014884"/>
              <a:gd name="csX4" fmla="*/ 0 w 1235948"/>
              <a:gd name="csY4" fmla="*/ 1014884 h 1014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35948" h="1014884">
                <a:moveTo>
                  <a:pt x="0" y="1014884"/>
                </a:moveTo>
                <a:lnTo>
                  <a:pt x="1235948" y="683288"/>
                </a:lnTo>
                <a:lnTo>
                  <a:pt x="1235948" y="0"/>
                </a:lnTo>
                <a:lnTo>
                  <a:pt x="442128" y="221064"/>
                </a:lnTo>
                <a:lnTo>
                  <a:pt x="0" y="1014884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389DB31D-8D8E-4EBA-E0E3-1EA976FF1144}"/>
              </a:ext>
            </a:extLst>
          </p:cNvPr>
          <p:cNvSpPr/>
          <p:nvPr/>
        </p:nvSpPr>
        <p:spPr>
          <a:xfrm>
            <a:off x="5697415" y="1306286"/>
            <a:ext cx="1497205" cy="994787"/>
          </a:xfrm>
          <a:custGeom>
            <a:avLst/>
            <a:gdLst>
              <a:gd name="csX0" fmla="*/ 311499 w 1497205"/>
              <a:gd name="csY0" fmla="*/ 0 h 994787"/>
              <a:gd name="csX1" fmla="*/ 1497205 w 1497205"/>
              <a:gd name="csY1" fmla="*/ 301450 h 994787"/>
              <a:gd name="csX2" fmla="*/ 1487156 w 1497205"/>
              <a:gd name="csY2" fmla="*/ 994787 h 994787"/>
              <a:gd name="csX3" fmla="*/ 0 w 1497205"/>
              <a:gd name="csY3" fmla="*/ 823965 h 994787"/>
              <a:gd name="csX4" fmla="*/ 311499 w 1497205"/>
              <a:gd name="csY4" fmla="*/ 0 h 9947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97205" h="994787">
                <a:moveTo>
                  <a:pt x="311499" y="0"/>
                </a:moveTo>
                <a:lnTo>
                  <a:pt x="1497205" y="301450"/>
                </a:lnTo>
                <a:lnTo>
                  <a:pt x="1487156" y="994787"/>
                </a:lnTo>
                <a:lnTo>
                  <a:pt x="0" y="823965"/>
                </a:lnTo>
                <a:lnTo>
                  <a:pt x="311499" y="0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F0C2FC9B-8C2D-4A2A-8C74-85792E587DC6}"/>
              </a:ext>
            </a:extLst>
          </p:cNvPr>
          <p:cNvSpPr/>
          <p:nvPr/>
        </p:nvSpPr>
        <p:spPr>
          <a:xfrm>
            <a:off x="5727560" y="2150347"/>
            <a:ext cx="1728317" cy="813917"/>
          </a:xfrm>
          <a:custGeom>
            <a:avLst/>
            <a:gdLst>
              <a:gd name="csX0" fmla="*/ 281354 w 1728317"/>
              <a:gd name="csY0" fmla="*/ 733530 h 813917"/>
              <a:gd name="csX1" fmla="*/ 1728317 w 1728317"/>
              <a:gd name="csY1" fmla="*/ 813917 h 813917"/>
              <a:gd name="csX2" fmla="*/ 1477108 w 1728317"/>
              <a:gd name="csY2" fmla="*/ 130629 h 813917"/>
              <a:gd name="csX3" fmla="*/ 0 w 1728317"/>
              <a:gd name="csY3" fmla="*/ 0 h 813917"/>
              <a:gd name="csX4" fmla="*/ 281354 w 1728317"/>
              <a:gd name="csY4" fmla="*/ 733530 h 813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28317" h="813917">
                <a:moveTo>
                  <a:pt x="281354" y="733530"/>
                </a:moveTo>
                <a:lnTo>
                  <a:pt x="1728317" y="813917"/>
                </a:lnTo>
                <a:lnTo>
                  <a:pt x="1477108" y="130629"/>
                </a:lnTo>
                <a:lnTo>
                  <a:pt x="0" y="0"/>
                </a:lnTo>
                <a:lnTo>
                  <a:pt x="281354" y="733530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2302DEB6-61CB-46E3-82DA-F28FF1A2F0BB}"/>
              </a:ext>
            </a:extLst>
          </p:cNvPr>
          <p:cNvSpPr/>
          <p:nvPr/>
        </p:nvSpPr>
        <p:spPr>
          <a:xfrm>
            <a:off x="5757705" y="2893925"/>
            <a:ext cx="1678075" cy="743578"/>
          </a:xfrm>
          <a:custGeom>
            <a:avLst/>
            <a:gdLst>
              <a:gd name="csX0" fmla="*/ 0 w 1678075"/>
              <a:gd name="csY0" fmla="*/ 743578 h 743578"/>
              <a:gd name="csX1" fmla="*/ 1426866 w 1678075"/>
              <a:gd name="csY1" fmla="*/ 713433 h 743578"/>
              <a:gd name="csX2" fmla="*/ 1678075 w 1678075"/>
              <a:gd name="csY2" fmla="*/ 60290 h 743578"/>
              <a:gd name="csX3" fmla="*/ 231113 w 1678075"/>
              <a:gd name="csY3" fmla="*/ 0 h 743578"/>
              <a:gd name="csX4" fmla="*/ 0 w 1678075"/>
              <a:gd name="csY4" fmla="*/ 743578 h 7435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8075" h="743578">
                <a:moveTo>
                  <a:pt x="0" y="743578"/>
                </a:moveTo>
                <a:lnTo>
                  <a:pt x="1426866" y="713433"/>
                </a:lnTo>
                <a:lnTo>
                  <a:pt x="1678075" y="60290"/>
                </a:lnTo>
                <a:lnTo>
                  <a:pt x="231113" y="0"/>
                </a:lnTo>
                <a:lnTo>
                  <a:pt x="0" y="743578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120FA10A-F423-8B98-70D0-B0643027ED61}"/>
              </a:ext>
            </a:extLst>
          </p:cNvPr>
          <p:cNvSpPr/>
          <p:nvPr/>
        </p:nvSpPr>
        <p:spPr>
          <a:xfrm>
            <a:off x="5757705" y="3597310"/>
            <a:ext cx="1436915" cy="723481"/>
          </a:xfrm>
          <a:custGeom>
            <a:avLst/>
            <a:gdLst>
              <a:gd name="csX0" fmla="*/ 211017 w 1436915"/>
              <a:gd name="csY0" fmla="*/ 723481 h 723481"/>
              <a:gd name="csX1" fmla="*/ 1426866 w 1436915"/>
              <a:gd name="csY1" fmla="*/ 612949 h 723481"/>
              <a:gd name="csX2" fmla="*/ 1436915 w 1436915"/>
              <a:gd name="csY2" fmla="*/ 0 h 723481"/>
              <a:gd name="csX3" fmla="*/ 0 w 1436915"/>
              <a:gd name="csY3" fmla="*/ 30145 h 723481"/>
              <a:gd name="csX4" fmla="*/ 211017 w 1436915"/>
              <a:gd name="csY4" fmla="*/ 723481 h 723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915" h="723481">
                <a:moveTo>
                  <a:pt x="211017" y="723481"/>
                </a:moveTo>
                <a:lnTo>
                  <a:pt x="1426866" y="612949"/>
                </a:lnTo>
                <a:lnTo>
                  <a:pt x="1436915" y="0"/>
                </a:lnTo>
                <a:lnTo>
                  <a:pt x="0" y="30145"/>
                </a:lnTo>
                <a:lnTo>
                  <a:pt x="211017" y="723481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C3C745BA-0573-7169-7913-9BDB4A685E93}"/>
              </a:ext>
            </a:extLst>
          </p:cNvPr>
          <p:cNvSpPr/>
          <p:nvPr/>
        </p:nvSpPr>
        <p:spPr>
          <a:xfrm>
            <a:off x="5998866" y="4190163"/>
            <a:ext cx="1215850" cy="844061"/>
          </a:xfrm>
          <a:custGeom>
            <a:avLst/>
            <a:gdLst>
              <a:gd name="csX0" fmla="*/ 0 w 1215850"/>
              <a:gd name="csY0" fmla="*/ 844061 h 844061"/>
              <a:gd name="csX1" fmla="*/ 1205802 w 1215850"/>
              <a:gd name="csY1" fmla="*/ 602901 h 844061"/>
              <a:gd name="csX2" fmla="*/ 1215850 w 1215850"/>
              <a:gd name="csY2" fmla="*/ 0 h 844061"/>
              <a:gd name="csX3" fmla="*/ 10048 w 1215850"/>
              <a:gd name="csY3" fmla="*/ 120580 h 844061"/>
              <a:gd name="csX4" fmla="*/ 0 w 1215850"/>
              <a:gd name="csY4" fmla="*/ 844061 h 8440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5850" h="844061">
                <a:moveTo>
                  <a:pt x="0" y="844061"/>
                </a:moveTo>
                <a:lnTo>
                  <a:pt x="1205802" y="602901"/>
                </a:lnTo>
                <a:lnTo>
                  <a:pt x="1215850" y="0"/>
                </a:lnTo>
                <a:lnTo>
                  <a:pt x="10048" y="120580"/>
                </a:lnTo>
                <a:lnTo>
                  <a:pt x="0" y="844061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5A4D34B2-800B-69DF-3680-C72395483E20}"/>
              </a:ext>
            </a:extLst>
          </p:cNvPr>
          <p:cNvSpPr/>
          <p:nvPr/>
        </p:nvSpPr>
        <p:spPr>
          <a:xfrm>
            <a:off x="5998866" y="4803112"/>
            <a:ext cx="1215850" cy="924448"/>
          </a:xfrm>
          <a:custGeom>
            <a:avLst/>
            <a:gdLst>
              <a:gd name="csX0" fmla="*/ 10048 w 1215850"/>
              <a:gd name="csY0" fmla="*/ 924448 h 924448"/>
              <a:gd name="csX1" fmla="*/ 1215850 w 1215850"/>
              <a:gd name="csY1" fmla="*/ 592853 h 924448"/>
              <a:gd name="csX2" fmla="*/ 1195754 w 1215850"/>
              <a:gd name="csY2" fmla="*/ 0 h 924448"/>
              <a:gd name="csX3" fmla="*/ 0 w 1215850"/>
              <a:gd name="csY3" fmla="*/ 231112 h 924448"/>
              <a:gd name="csX4" fmla="*/ 10048 w 1215850"/>
              <a:gd name="csY4" fmla="*/ 924448 h 9244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5850" h="924448">
                <a:moveTo>
                  <a:pt x="10048" y="924448"/>
                </a:moveTo>
                <a:lnTo>
                  <a:pt x="1215850" y="592853"/>
                </a:lnTo>
                <a:lnTo>
                  <a:pt x="1195754" y="0"/>
                </a:lnTo>
                <a:lnTo>
                  <a:pt x="0" y="231112"/>
                </a:lnTo>
                <a:lnTo>
                  <a:pt x="10048" y="924448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5CDFF25-0B8A-2DD0-5E4D-44CC6D43B583}"/>
              </a:ext>
            </a:extLst>
          </p:cNvPr>
          <p:cNvCxnSpPr>
            <a:cxnSpLocks/>
          </p:cNvCxnSpPr>
          <p:nvPr/>
        </p:nvCxnSpPr>
        <p:spPr>
          <a:xfrm flipV="1">
            <a:off x="5641732" y="539046"/>
            <a:ext cx="1140488" cy="7746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757E235-9999-469C-D46D-F055F357D6C9}"/>
              </a:ext>
            </a:extLst>
          </p:cNvPr>
          <p:cNvCxnSpPr>
            <a:cxnSpLocks/>
          </p:cNvCxnSpPr>
          <p:nvPr/>
        </p:nvCxnSpPr>
        <p:spPr>
          <a:xfrm>
            <a:off x="5940671" y="751736"/>
            <a:ext cx="70003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F4AFACC7-90AC-077A-3661-C08BBD553820}"/>
              </a:ext>
            </a:extLst>
          </p:cNvPr>
          <p:cNvSpPr txBox="1"/>
          <p:nvPr/>
        </p:nvSpPr>
        <p:spPr>
          <a:xfrm>
            <a:off x="2260879" y="293468"/>
            <a:ext cx="1688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pistons moving</a:t>
            </a:r>
          </a:p>
        </p:txBody>
      </p:sp>
    </p:spTree>
    <p:extLst>
      <p:ext uri="{BB962C8B-B14F-4D97-AF65-F5344CB8AC3E}">
        <p14:creationId xmlns:p14="http://schemas.microsoft.com/office/powerpoint/2010/main" val="3556126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1FD107F2-5DE6-7FF3-F88B-B4D85C2D8F23}"/>
              </a:ext>
            </a:extLst>
          </p:cNvPr>
          <p:cNvSpPr/>
          <p:nvPr/>
        </p:nvSpPr>
        <p:spPr>
          <a:xfrm>
            <a:off x="7231879" y="1402712"/>
            <a:ext cx="115975" cy="40752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66611A-3AD0-94F9-979D-E43A40B5E242}"/>
              </a:ext>
            </a:extLst>
          </p:cNvPr>
          <p:cNvCxnSpPr>
            <a:cxnSpLocks/>
          </p:cNvCxnSpPr>
          <p:nvPr/>
        </p:nvCxnSpPr>
        <p:spPr>
          <a:xfrm flipV="1">
            <a:off x="2260879" y="648119"/>
            <a:ext cx="1140488" cy="155749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161A0D-09D8-0B22-1BF8-5EA53775F8A2}"/>
              </a:ext>
            </a:extLst>
          </p:cNvPr>
          <p:cNvCxnSpPr>
            <a:cxnSpLocks/>
          </p:cNvCxnSpPr>
          <p:nvPr/>
        </p:nvCxnSpPr>
        <p:spPr>
          <a:xfrm>
            <a:off x="2260879" y="6355583"/>
            <a:ext cx="1140488" cy="24283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E26C02-1118-C97A-88A6-36B99D3ADA16}"/>
              </a:ext>
            </a:extLst>
          </p:cNvPr>
          <p:cNvCxnSpPr>
            <a:cxnSpLocks/>
          </p:cNvCxnSpPr>
          <p:nvPr/>
        </p:nvCxnSpPr>
        <p:spPr>
          <a:xfrm>
            <a:off x="2260879" y="5453673"/>
            <a:ext cx="1140488" cy="24283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5FE4AD9-E5FF-2CD8-5711-52EAE474D351}"/>
              </a:ext>
            </a:extLst>
          </p:cNvPr>
          <p:cNvCxnSpPr>
            <a:cxnSpLocks/>
          </p:cNvCxnSpPr>
          <p:nvPr/>
        </p:nvCxnSpPr>
        <p:spPr>
          <a:xfrm flipV="1">
            <a:off x="2260879" y="1681494"/>
            <a:ext cx="1140488" cy="130838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4D359E-00CE-C64B-8ADD-9C58B15FCF6C}"/>
              </a:ext>
            </a:extLst>
          </p:cNvPr>
          <p:cNvCxnSpPr>
            <a:cxnSpLocks/>
          </p:cNvCxnSpPr>
          <p:nvPr/>
        </p:nvCxnSpPr>
        <p:spPr>
          <a:xfrm flipV="1">
            <a:off x="2260879" y="2689958"/>
            <a:ext cx="1140488" cy="98808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90A9DA-7ADB-063A-2D7C-C11982D0976B}"/>
              </a:ext>
            </a:extLst>
          </p:cNvPr>
          <p:cNvCxnSpPr>
            <a:cxnSpLocks/>
          </p:cNvCxnSpPr>
          <p:nvPr/>
        </p:nvCxnSpPr>
        <p:spPr>
          <a:xfrm>
            <a:off x="2260879" y="4551764"/>
            <a:ext cx="884255" cy="0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9415A6-6A26-3054-B19C-40E724DDFE12}"/>
              </a:ext>
            </a:extLst>
          </p:cNvPr>
          <p:cNvCxnSpPr>
            <a:cxnSpLocks/>
          </p:cNvCxnSpPr>
          <p:nvPr/>
        </p:nvCxnSpPr>
        <p:spPr>
          <a:xfrm flipV="1">
            <a:off x="2260879" y="3666392"/>
            <a:ext cx="1140488" cy="7746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5151F1-CA56-E36E-B821-FBA6B7C860A7}"/>
              </a:ext>
            </a:extLst>
          </p:cNvPr>
          <p:cNvCxnSpPr>
            <a:cxnSpLocks/>
          </p:cNvCxnSpPr>
          <p:nvPr/>
        </p:nvCxnSpPr>
        <p:spPr>
          <a:xfrm flipV="1">
            <a:off x="3599822" y="1045029"/>
            <a:ext cx="861646" cy="83631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14BBFC-3846-9992-D6D9-864CE4693145}"/>
              </a:ext>
            </a:extLst>
          </p:cNvPr>
          <p:cNvCxnSpPr>
            <a:cxnSpLocks/>
          </p:cNvCxnSpPr>
          <p:nvPr/>
        </p:nvCxnSpPr>
        <p:spPr>
          <a:xfrm>
            <a:off x="3599822" y="6019969"/>
            <a:ext cx="1140488" cy="21394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97379A-BE54-2D26-40FB-DB3598462A5F}"/>
              </a:ext>
            </a:extLst>
          </p:cNvPr>
          <p:cNvCxnSpPr>
            <a:cxnSpLocks/>
          </p:cNvCxnSpPr>
          <p:nvPr/>
        </p:nvCxnSpPr>
        <p:spPr>
          <a:xfrm>
            <a:off x="3599822" y="5225346"/>
            <a:ext cx="1585127" cy="0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DF8637-B960-71A2-AE6C-5D9758CD6502}"/>
              </a:ext>
            </a:extLst>
          </p:cNvPr>
          <p:cNvCxnSpPr>
            <a:cxnSpLocks/>
          </p:cNvCxnSpPr>
          <p:nvPr/>
        </p:nvCxnSpPr>
        <p:spPr>
          <a:xfrm flipV="1">
            <a:off x="3599822" y="1901888"/>
            <a:ext cx="1140488" cy="115274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4AC8B14-2ABC-2405-C7FA-A09436FB5D9E}"/>
              </a:ext>
            </a:extLst>
          </p:cNvPr>
          <p:cNvCxnSpPr>
            <a:cxnSpLocks/>
          </p:cNvCxnSpPr>
          <p:nvPr/>
        </p:nvCxnSpPr>
        <p:spPr>
          <a:xfrm flipV="1">
            <a:off x="3599822" y="2788766"/>
            <a:ext cx="1338943" cy="88677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C5ECCD-AE24-6854-EC20-A100FE72A468}"/>
              </a:ext>
            </a:extLst>
          </p:cNvPr>
          <p:cNvCxnSpPr>
            <a:cxnSpLocks/>
          </p:cNvCxnSpPr>
          <p:nvPr/>
        </p:nvCxnSpPr>
        <p:spPr>
          <a:xfrm>
            <a:off x="3599822" y="4430724"/>
            <a:ext cx="1140488" cy="21394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E8E5BF8-68E6-3FAB-7F3E-C1FFD2ECA4D5}"/>
              </a:ext>
            </a:extLst>
          </p:cNvPr>
          <p:cNvCxnSpPr>
            <a:cxnSpLocks/>
          </p:cNvCxnSpPr>
          <p:nvPr/>
        </p:nvCxnSpPr>
        <p:spPr>
          <a:xfrm flipV="1">
            <a:off x="3599822" y="3640250"/>
            <a:ext cx="771211" cy="17246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3E328DA-7C7F-2823-3004-5F1D6D9FBF40}"/>
              </a:ext>
            </a:extLst>
          </p:cNvPr>
          <p:cNvCxnSpPr>
            <a:cxnSpLocks/>
          </p:cNvCxnSpPr>
          <p:nvPr/>
        </p:nvCxnSpPr>
        <p:spPr>
          <a:xfrm flipV="1">
            <a:off x="4938765" y="1322823"/>
            <a:ext cx="1041260" cy="119584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86DA469-2810-9BFD-8DDB-36FBD0FDA476}"/>
              </a:ext>
            </a:extLst>
          </p:cNvPr>
          <p:cNvCxnSpPr>
            <a:cxnSpLocks/>
          </p:cNvCxnSpPr>
          <p:nvPr/>
        </p:nvCxnSpPr>
        <p:spPr>
          <a:xfrm>
            <a:off x="4938765" y="5705008"/>
            <a:ext cx="1041260" cy="18644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3A37357-7E5A-B923-4D93-FC854FDF9842}"/>
              </a:ext>
            </a:extLst>
          </p:cNvPr>
          <p:cNvCxnSpPr>
            <a:cxnSpLocks/>
          </p:cNvCxnSpPr>
          <p:nvPr/>
        </p:nvCxnSpPr>
        <p:spPr>
          <a:xfrm>
            <a:off x="4938765" y="5012522"/>
            <a:ext cx="1041260" cy="18644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F8FAFD-35FB-FD3E-D84B-D0D2253D52C6}"/>
              </a:ext>
            </a:extLst>
          </p:cNvPr>
          <p:cNvCxnSpPr>
            <a:cxnSpLocks/>
          </p:cNvCxnSpPr>
          <p:nvPr/>
        </p:nvCxnSpPr>
        <p:spPr>
          <a:xfrm flipV="1">
            <a:off x="4938765" y="2140299"/>
            <a:ext cx="758650" cy="76405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7DC14D-5478-9DF7-6D89-89FBAD19430C}"/>
              </a:ext>
            </a:extLst>
          </p:cNvPr>
          <p:cNvCxnSpPr>
            <a:cxnSpLocks/>
          </p:cNvCxnSpPr>
          <p:nvPr/>
        </p:nvCxnSpPr>
        <p:spPr>
          <a:xfrm flipV="1">
            <a:off x="4938765" y="2890545"/>
            <a:ext cx="1041260" cy="75865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C1625C-E427-AB2C-6958-4EA0B863C07E}"/>
              </a:ext>
            </a:extLst>
          </p:cNvPr>
          <p:cNvCxnSpPr>
            <a:cxnSpLocks/>
          </p:cNvCxnSpPr>
          <p:nvPr/>
        </p:nvCxnSpPr>
        <p:spPr>
          <a:xfrm>
            <a:off x="4938765" y="4320037"/>
            <a:ext cx="1041260" cy="18644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8EE218F-8645-DA5B-4AAE-31F6972BB191}"/>
              </a:ext>
            </a:extLst>
          </p:cNvPr>
          <p:cNvCxnSpPr>
            <a:cxnSpLocks/>
          </p:cNvCxnSpPr>
          <p:nvPr/>
        </p:nvCxnSpPr>
        <p:spPr>
          <a:xfrm flipV="1">
            <a:off x="4938765" y="3640250"/>
            <a:ext cx="788795" cy="5947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18DA294-172E-6BB0-597E-655B1FD212F0}"/>
              </a:ext>
            </a:extLst>
          </p:cNvPr>
          <p:cNvGrpSpPr/>
          <p:nvPr/>
        </p:nvGrpSpPr>
        <p:grpSpPr>
          <a:xfrm>
            <a:off x="6211976" y="1614464"/>
            <a:ext cx="1223804" cy="3777767"/>
            <a:chOff x="2260879" y="648119"/>
            <a:chExt cx="1417969" cy="5731747"/>
          </a:xfrm>
          <a:solidFill>
            <a:schemeClr val="bg1">
              <a:lumMod val="65000"/>
              <a:alpha val="63000"/>
            </a:schemeClr>
          </a:solidFill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172B0A8-9ADC-FFD9-D861-44B7A4D2E3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648119"/>
              <a:ext cx="1140488" cy="155749"/>
            </a:xfrm>
            <a:prstGeom prst="line">
              <a:avLst/>
            </a:prstGeom>
            <a:grpFill/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097B11D-A26E-0EBE-1A06-DF5AEA75570C}"/>
                </a:ext>
              </a:extLst>
            </p:cNvPr>
            <p:cNvCxnSpPr>
              <a:cxnSpLocks/>
            </p:cNvCxnSpPr>
            <p:nvPr/>
          </p:nvCxnSpPr>
          <p:spPr>
            <a:xfrm>
              <a:off x="2260879" y="6355583"/>
              <a:ext cx="1140488" cy="24283"/>
            </a:xfrm>
            <a:prstGeom prst="line">
              <a:avLst/>
            </a:prstGeom>
            <a:grpFill/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C3D313-CB84-DF6C-18AF-480E128F7463}"/>
                </a:ext>
              </a:extLst>
            </p:cNvPr>
            <p:cNvCxnSpPr>
              <a:cxnSpLocks/>
            </p:cNvCxnSpPr>
            <p:nvPr/>
          </p:nvCxnSpPr>
          <p:spPr>
            <a:xfrm>
              <a:off x="2260879" y="5453673"/>
              <a:ext cx="1140488" cy="24283"/>
            </a:xfrm>
            <a:prstGeom prst="line">
              <a:avLst/>
            </a:prstGeom>
            <a:grpFill/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D443770-FD3C-79E5-3E44-A3827D98B9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1681494"/>
              <a:ext cx="1140488" cy="130838"/>
            </a:xfrm>
            <a:prstGeom prst="line">
              <a:avLst/>
            </a:prstGeom>
            <a:grpFill/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777FEA4-A2A3-810F-C524-7AF6D3F0DB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2699334"/>
              <a:ext cx="1417969" cy="89432"/>
            </a:xfrm>
            <a:prstGeom prst="line">
              <a:avLst/>
            </a:prstGeom>
            <a:grpFill/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59C7F0-4A44-D8D5-08F0-66CFA3845CBD}"/>
                </a:ext>
              </a:extLst>
            </p:cNvPr>
            <p:cNvCxnSpPr>
              <a:cxnSpLocks/>
            </p:cNvCxnSpPr>
            <p:nvPr/>
          </p:nvCxnSpPr>
          <p:spPr>
            <a:xfrm>
              <a:off x="2260879" y="4551764"/>
              <a:ext cx="1140488" cy="24283"/>
            </a:xfrm>
            <a:prstGeom prst="line">
              <a:avLst/>
            </a:prstGeom>
            <a:grpFill/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5600053-B764-6053-A287-3A0BC897B9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0879" y="3666392"/>
              <a:ext cx="1140488" cy="7746"/>
            </a:xfrm>
            <a:prstGeom prst="line">
              <a:avLst/>
            </a:prstGeom>
            <a:grpFill/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C49AD93-94FE-1A23-8CC6-54BCFBAC2CA8}"/>
              </a:ext>
            </a:extLst>
          </p:cNvPr>
          <p:cNvSpPr/>
          <p:nvPr/>
        </p:nvSpPr>
        <p:spPr>
          <a:xfrm>
            <a:off x="3386295" y="643095"/>
            <a:ext cx="1356527" cy="1245995"/>
          </a:xfrm>
          <a:custGeom>
            <a:avLst/>
            <a:gdLst>
              <a:gd name="csX0" fmla="*/ 0 w 1356527"/>
              <a:gd name="csY0" fmla="*/ 0 h 1245995"/>
              <a:gd name="csX1" fmla="*/ 10048 w 1356527"/>
              <a:gd name="csY1" fmla="*/ 1045028 h 1245995"/>
              <a:gd name="csX2" fmla="*/ 1356527 w 1356527"/>
              <a:gd name="csY2" fmla="*/ 1245995 h 1245995"/>
              <a:gd name="csX3" fmla="*/ 1065125 w 1356527"/>
              <a:gd name="csY3" fmla="*/ 391885 h 1245995"/>
              <a:gd name="csX4" fmla="*/ 0 w 1356527"/>
              <a:gd name="csY4" fmla="*/ 0 h 1245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56527" h="1245995">
                <a:moveTo>
                  <a:pt x="0" y="0"/>
                </a:moveTo>
                <a:cubicBezTo>
                  <a:pt x="3349" y="348343"/>
                  <a:pt x="6699" y="696685"/>
                  <a:pt x="10048" y="1045028"/>
                </a:cubicBezTo>
                <a:lnTo>
                  <a:pt x="1356527" y="1245995"/>
                </a:lnTo>
                <a:lnTo>
                  <a:pt x="1065125" y="39188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68672594-9A44-AD98-50ED-48F7ACE047F6}"/>
              </a:ext>
            </a:extLst>
          </p:cNvPr>
          <p:cNvSpPr/>
          <p:nvPr/>
        </p:nvSpPr>
        <p:spPr>
          <a:xfrm>
            <a:off x="3401368" y="1668026"/>
            <a:ext cx="1557494" cy="1145511"/>
          </a:xfrm>
          <a:custGeom>
            <a:avLst/>
            <a:gdLst>
              <a:gd name="csX0" fmla="*/ 0 w 1557494"/>
              <a:gd name="csY0" fmla="*/ 0 h 1145511"/>
              <a:gd name="csX1" fmla="*/ 10048 w 1557494"/>
              <a:gd name="csY1" fmla="*/ 1045028 h 1145511"/>
              <a:gd name="csX2" fmla="*/ 1557494 w 1557494"/>
              <a:gd name="csY2" fmla="*/ 1145511 h 1145511"/>
              <a:gd name="csX3" fmla="*/ 1376624 w 1557494"/>
              <a:gd name="csY3" fmla="*/ 241159 h 1145511"/>
              <a:gd name="csX4" fmla="*/ 0 w 1557494"/>
              <a:gd name="csY4" fmla="*/ 0 h 11455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57494" h="1145511">
                <a:moveTo>
                  <a:pt x="0" y="0"/>
                </a:moveTo>
                <a:cubicBezTo>
                  <a:pt x="3349" y="348343"/>
                  <a:pt x="6699" y="696685"/>
                  <a:pt x="10048" y="1045028"/>
                </a:cubicBezTo>
                <a:lnTo>
                  <a:pt x="1557494" y="1145511"/>
                </a:lnTo>
                <a:lnTo>
                  <a:pt x="1376624" y="241159"/>
                </a:lnTo>
                <a:cubicBezTo>
                  <a:pt x="931147" y="170821"/>
                  <a:pt x="415332" y="70338"/>
                  <a:pt x="0" y="0"/>
                </a:cubicBez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0C57D6D-B125-FC4E-DC79-6BF15096EB18}"/>
              </a:ext>
            </a:extLst>
          </p:cNvPr>
          <p:cNvSpPr/>
          <p:nvPr/>
        </p:nvSpPr>
        <p:spPr>
          <a:xfrm>
            <a:off x="3400401" y="2692957"/>
            <a:ext cx="1528315" cy="954594"/>
          </a:xfrm>
          <a:custGeom>
            <a:avLst/>
            <a:gdLst>
              <a:gd name="csX0" fmla="*/ 966 w 1528315"/>
              <a:gd name="csY0" fmla="*/ 0 h 954594"/>
              <a:gd name="csX1" fmla="*/ 966 w 1528315"/>
              <a:gd name="csY1" fmla="*/ 954594 h 954594"/>
              <a:gd name="csX2" fmla="*/ 995752 w 1528315"/>
              <a:gd name="csY2" fmla="*/ 924448 h 954594"/>
              <a:gd name="csX3" fmla="*/ 1528315 w 1528315"/>
              <a:gd name="csY3" fmla="*/ 120579 h 954594"/>
              <a:gd name="csX4" fmla="*/ 966 w 1528315"/>
              <a:gd name="csY4" fmla="*/ 0 h 954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8315" h="954594">
                <a:moveTo>
                  <a:pt x="966" y="0"/>
                </a:moveTo>
                <a:cubicBezTo>
                  <a:pt x="4315" y="348343"/>
                  <a:pt x="-2383" y="606251"/>
                  <a:pt x="966" y="954594"/>
                </a:cubicBezTo>
                <a:lnTo>
                  <a:pt x="995752" y="924448"/>
                </a:lnTo>
                <a:lnTo>
                  <a:pt x="1528315" y="120579"/>
                </a:lnTo>
                <a:cubicBezTo>
                  <a:pt x="1123031" y="100483"/>
                  <a:pt x="436395" y="60289"/>
                  <a:pt x="966" y="0"/>
                </a:cubicBez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E11804D-4B9D-00E5-FDFA-D4C33BFF0335}"/>
              </a:ext>
            </a:extLst>
          </p:cNvPr>
          <p:cNvSpPr/>
          <p:nvPr/>
        </p:nvSpPr>
        <p:spPr>
          <a:xfrm>
            <a:off x="3161462" y="3644632"/>
            <a:ext cx="1577591" cy="937311"/>
          </a:xfrm>
          <a:custGeom>
            <a:avLst/>
            <a:gdLst>
              <a:gd name="csX0" fmla="*/ 241161 w 1577591"/>
              <a:gd name="csY0" fmla="*/ 12863 h 937311"/>
              <a:gd name="csX1" fmla="*/ 0 w 1577591"/>
              <a:gd name="csY1" fmla="*/ 937311 h 937311"/>
              <a:gd name="csX2" fmla="*/ 1577591 w 1577591"/>
              <a:gd name="csY2" fmla="*/ 806682 h 937311"/>
              <a:gd name="csX3" fmla="*/ 1225899 w 1577591"/>
              <a:gd name="csY3" fmla="*/ 2814 h 937311"/>
              <a:gd name="csX4" fmla="*/ 241161 w 1577591"/>
              <a:gd name="csY4" fmla="*/ 12863 h 937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77591" h="937311">
                <a:moveTo>
                  <a:pt x="241161" y="12863"/>
                </a:moveTo>
                <a:cubicBezTo>
                  <a:pt x="133978" y="511931"/>
                  <a:pt x="127280" y="468388"/>
                  <a:pt x="0" y="937311"/>
                </a:cubicBezTo>
                <a:lnTo>
                  <a:pt x="1577591" y="806682"/>
                </a:lnTo>
                <a:lnTo>
                  <a:pt x="1225899" y="2814"/>
                </a:lnTo>
                <a:cubicBezTo>
                  <a:pt x="860809" y="-7234"/>
                  <a:pt x="646445" y="12862"/>
                  <a:pt x="241161" y="12863"/>
                </a:cubicBez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A89426F-872F-F242-948D-447192562893}"/>
              </a:ext>
            </a:extLst>
          </p:cNvPr>
          <p:cNvSpPr/>
          <p:nvPr/>
        </p:nvSpPr>
        <p:spPr>
          <a:xfrm>
            <a:off x="3162720" y="4485621"/>
            <a:ext cx="2019718" cy="1018420"/>
          </a:xfrm>
          <a:custGeom>
            <a:avLst/>
            <a:gdLst>
              <a:gd name="csX0" fmla="*/ 0 w 2019718"/>
              <a:gd name="csY0" fmla="*/ 93972 h 1018420"/>
              <a:gd name="csX1" fmla="*/ 261257 w 2019718"/>
              <a:gd name="csY1" fmla="*/ 1018420 h 1018420"/>
              <a:gd name="csX2" fmla="*/ 2019718 w 2019718"/>
              <a:gd name="csY2" fmla="*/ 767211 h 1018420"/>
              <a:gd name="csX3" fmla="*/ 1637881 w 2019718"/>
              <a:gd name="csY3" fmla="*/ 3536 h 1018420"/>
              <a:gd name="csX4" fmla="*/ 0 w 2019718"/>
              <a:gd name="csY4" fmla="*/ 93972 h 101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19718" h="1018420">
                <a:moveTo>
                  <a:pt x="0" y="93972"/>
                </a:moveTo>
                <a:cubicBezTo>
                  <a:pt x="83736" y="482508"/>
                  <a:pt x="157425" y="609787"/>
                  <a:pt x="261257" y="1018420"/>
                </a:cubicBezTo>
                <a:lnTo>
                  <a:pt x="2019718" y="767211"/>
                </a:lnTo>
                <a:lnTo>
                  <a:pt x="1637881" y="3536"/>
                </a:lnTo>
                <a:cubicBezTo>
                  <a:pt x="1182356" y="-16560"/>
                  <a:pt x="535913" y="53778"/>
                  <a:pt x="0" y="93972"/>
                </a:cubicBez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CBBABEA-B934-95D4-FB16-D84FC1C5ACBB}"/>
              </a:ext>
            </a:extLst>
          </p:cNvPr>
          <p:cNvSpPr/>
          <p:nvPr/>
        </p:nvSpPr>
        <p:spPr>
          <a:xfrm>
            <a:off x="3383784" y="5278247"/>
            <a:ext cx="1828800" cy="1135463"/>
          </a:xfrm>
          <a:custGeom>
            <a:avLst/>
            <a:gdLst>
              <a:gd name="csX0" fmla="*/ 0 w 1828800"/>
              <a:gd name="csY0" fmla="*/ 221064 h 1135463"/>
              <a:gd name="csX1" fmla="*/ 10048 w 1828800"/>
              <a:gd name="csY1" fmla="*/ 1135463 h 1135463"/>
              <a:gd name="csX2" fmla="*/ 1386672 w 1828800"/>
              <a:gd name="csY2" fmla="*/ 723481 h 1135463"/>
              <a:gd name="csX3" fmla="*/ 1828800 w 1828800"/>
              <a:gd name="csY3" fmla="*/ 0 h 1135463"/>
              <a:gd name="csX4" fmla="*/ 0 w 1828800"/>
              <a:gd name="csY4" fmla="*/ 221064 h 11354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28800" h="1135463">
                <a:moveTo>
                  <a:pt x="0" y="221064"/>
                </a:moveTo>
                <a:cubicBezTo>
                  <a:pt x="3349" y="569407"/>
                  <a:pt x="6699" y="787120"/>
                  <a:pt x="10048" y="1135463"/>
                </a:cubicBezTo>
                <a:lnTo>
                  <a:pt x="1386672" y="723481"/>
                </a:lnTo>
                <a:lnTo>
                  <a:pt x="1828800" y="0"/>
                </a:lnTo>
                <a:cubicBezTo>
                  <a:pt x="1282839" y="40194"/>
                  <a:pt x="716782" y="120580"/>
                  <a:pt x="0" y="221064"/>
                </a:cubicBez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16716E4-6EB2-7089-A7B3-7605ADA2612E}"/>
              </a:ext>
            </a:extLst>
          </p:cNvPr>
          <p:cNvSpPr/>
          <p:nvPr/>
        </p:nvSpPr>
        <p:spPr>
          <a:xfrm>
            <a:off x="4471516" y="1024932"/>
            <a:ext cx="1507253" cy="1115367"/>
          </a:xfrm>
          <a:custGeom>
            <a:avLst/>
            <a:gdLst>
              <a:gd name="csX0" fmla="*/ 0 w 1507253"/>
              <a:gd name="csY0" fmla="*/ 0 h 1115367"/>
              <a:gd name="csX1" fmla="*/ 281354 w 1507253"/>
              <a:gd name="csY1" fmla="*/ 894303 h 1115367"/>
              <a:gd name="csX2" fmla="*/ 1225899 w 1507253"/>
              <a:gd name="csY2" fmla="*/ 1115367 h 1115367"/>
              <a:gd name="csX3" fmla="*/ 1507253 w 1507253"/>
              <a:gd name="csY3" fmla="*/ 281354 h 1115367"/>
              <a:gd name="csX4" fmla="*/ 0 w 1507253"/>
              <a:gd name="csY4" fmla="*/ 0 h 11153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07253" h="1115367">
                <a:moveTo>
                  <a:pt x="0" y="0"/>
                </a:moveTo>
                <a:lnTo>
                  <a:pt x="281354" y="894303"/>
                </a:lnTo>
                <a:lnTo>
                  <a:pt x="1225899" y="1115367"/>
                </a:lnTo>
                <a:lnTo>
                  <a:pt x="1507253" y="28135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D705080-C226-641D-214F-B77939EC802D}"/>
              </a:ext>
            </a:extLst>
          </p:cNvPr>
          <p:cNvSpPr/>
          <p:nvPr/>
        </p:nvSpPr>
        <p:spPr>
          <a:xfrm>
            <a:off x="4752870" y="1919235"/>
            <a:ext cx="1245996" cy="964642"/>
          </a:xfrm>
          <a:custGeom>
            <a:avLst/>
            <a:gdLst>
              <a:gd name="csX0" fmla="*/ 180871 w 1245996"/>
              <a:gd name="csY0" fmla="*/ 884255 h 964642"/>
              <a:gd name="csX1" fmla="*/ 1245996 w 1245996"/>
              <a:gd name="csY1" fmla="*/ 964642 h 964642"/>
              <a:gd name="csX2" fmla="*/ 954594 w 1245996"/>
              <a:gd name="csY2" fmla="*/ 251209 h 964642"/>
              <a:gd name="csX3" fmla="*/ 0 w 1245996"/>
              <a:gd name="csY3" fmla="*/ 0 h 964642"/>
              <a:gd name="csX4" fmla="*/ 180871 w 1245996"/>
              <a:gd name="csY4" fmla="*/ 884255 h 9646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5996" h="964642">
                <a:moveTo>
                  <a:pt x="180871" y="884255"/>
                </a:moveTo>
                <a:lnTo>
                  <a:pt x="1245996" y="964642"/>
                </a:lnTo>
                <a:lnTo>
                  <a:pt x="954594" y="251209"/>
                </a:lnTo>
                <a:lnTo>
                  <a:pt x="0" y="0"/>
                </a:lnTo>
                <a:lnTo>
                  <a:pt x="180871" y="884255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D147B54-0F17-3A19-81F9-097E24AFB6B0}"/>
              </a:ext>
            </a:extLst>
          </p:cNvPr>
          <p:cNvSpPr/>
          <p:nvPr/>
        </p:nvSpPr>
        <p:spPr>
          <a:xfrm>
            <a:off x="4381081" y="2803490"/>
            <a:ext cx="1607737" cy="834013"/>
          </a:xfrm>
          <a:custGeom>
            <a:avLst/>
            <a:gdLst>
              <a:gd name="csX0" fmla="*/ 0 w 1607737"/>
              <a:gd name="csY0" fmla="*/ 803868 h 834013"/>
              <a:gd name="csX1" fmla="*/ 1366576 w 1607737"/>
              <a:gd name="csY1" fmla="*/ 834013 h 834013"/>
              <a:gd name="csX2" fmla="*/ 1607737 w 1607737"/>
              <a:gd name="csY2" fmla="*/ 90435 h 834013"/>
              <a:gd name="csX3" fmla="*/ 572756 w 1607737"/>
              <a:gd name="csY3" fmla="*/ 0 h 834013"/>
              <a:gd name="csX4" fmla="*/ 0 w 1607737"/>
              <a:gd name="csY4" fmla="*/ 803868 h 8340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07737" h="834013">
                <a:moveTo>
                  <a:pt x="0" y="803868"/>
                </a:moveTo>
                <a:lnTo>
                  <a:pt x="1366576" y="834013"/>
                </a:lnTo>
                <a:lnTo>
                  <a:pt x="1607737" y="90435"/>
                </a:lnTo>
                <a:lnTo>
                  <a:pt x="572756" y="0"/>
                </a:lnTo>
                <a:lnTo>
                  <a:pt x="0" y="803868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C9113F79-3C3C-68F5-166E-4728265E8707}"/>
              </a:ext>
            </a:extLst>
          </p:cNvPr>
          <p:cNvSpPr/>
          <p:nvPr/>
        </p:nvSpPr>
        <p:spPr>
          <a:xfrm>
            <a:off x="4381081" y="3617407"/>
            <a:ext cx="1587640" cy="823964"/>
          </a:xfrm>
          <a:custGeom>
            <a:avLst/>
            <a:gdLst>
              <a:gd name="csX0" fmla="*/ 361741 w 1587640"/>
              <a:gd name="csY0" fmla="*/ 823964 h 823964"/>
              <a:gd name="csX1" fmla="*/ 1587640 w 1587640"/>
              <a:gd name="csY1" fmla="*/ 723481 h 823964"/>
              <a:gd name="csX2" fmla="*/ 1356528 w 1587640"/>
              <a:gd name="csY2" fmla="*/ 30145 h 823964"/>
              <a:gd name="csX3" fmla="*/ 0 w 1587640"/>
              <a:gd name="csY3" fmla="*/ 0 h 823964"/>
              <a:gd name="csX4" fmla="*/ 361741 w 1587640"/>
              <a:gd name="csY4" fmla="*/ 823964 h 823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87640" h="823964">
                <a:moveTo>
                  <a:pt x="361741" y="823964"/>
                </a:moveTo>
                <a:lnTo>
                  <a:pt x="1587640" y="723481"/>
                </a:lnTo>
                <a:lnTo>
                  <a:pt x="1356528" y="30145"/>
                </a:lnTo>
                <a:lnTo>
                  <a:pt x="0" y="0"/>
                </a:lnTo>
                <a:lnTo>
                  <a:pt x="361741" y="823964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0CC3504-0283-CFB4-53C2-CA29737C1FD6}"/>
              </a:ext>
            </a:extLst>
          </p:cNvPr>
          <p:cNvSpPr/>
          <p:nvPr/>
        </p:nvSpPr>
        <p:spPr>
          <a:xfrm>
            <a:off x="4772967" y="4330840"/>
            <a:ext cx="1235947" cy="924448"/>
          </a:xfrm>
          <a:custGeom>
            <a:avLst/>
            <a:gdLst>
              <a:gd name="csX0" fmla="*/ 432079 w 1235947"/>
              <a:gd name="csY0" fmla="*/ 924448 h 924448"/>
              <a:gd name="csX1" fmla="*/ 1235947 w 1235947"/>
              <a:gd name="csY1" fmla="*/ 683287 h 924448"/>
              <a:gd name="csX2" fmla="*/ 1235947 w 1235947"/>
              <a:gd name="csY2" fmla="*/ 0 h 924448"/>
              <a:gd name="csX3" fmla="*/ 0 w 1235947"/>
              <a:gd name="csY3" fmla="*/ 130628 h 924448"/>
              <a:gd name="csX4" fmla="*/ 432079 w 1235947"/>
              <a:gd name="csY4" fmla="*/ 924448 h 9244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35947" h="924448">
                <a:moveTo>
                  <a:pt x="432079" y="924448"/>
                </a:moveTo>
                <a:lnTo>
                  <a:pt x="1235947" y="683287"/>
                </a:lnTo>
                <a:lnTo>
                  <a:pt x="1235947" y="0"/>
                </a:lnTo>
                <a:lnTo>
                  <a:pt x="0" y="130628"/>
                </a:lnTo>
                <a:lnTo>
                  <a:pt x="432079" y="924448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986663C-9327-E286-31B3-1423F090F0A8}"/>
              </a:ext>
            </a:extLst>
          </p:cNvPr>
          <p:cNvSpPr/>
          <p:nvPr/>
        </p:nvSpPr>
        <p:spPr>
          <a:xfrm>
            <a:off x="4752870" y="5034224"/>
            <a:ext cx="1235948" cy="1014884"/>
          </a:xfrm>
          <a:custGeom>
            <a:avLst/>
            <a:gdLst>
              <a:gd name="csX0" fmla="*/ 0 w 1235948"/>
              <a:gd name="csY0" fmla="*/ 1014884 h 1014884"/>
              <a:gd name="csX1" fmla="*/ 1235948 w 1235948"/>
              <a:gd name="csY1" fmla="*/ 683288 h 1014884"/>
              <a:gd name="csX2" fmla="*/ 1235948 w 1235948"/>
              <a:gd name="csY2" fmla="*/ 0 h 1014884"/>
              <a:gd name="csX3" fmla="*/ 442128 w 1235948"/>
              <a:gd name="csY3" fmla="*/ 221064 h 1014884"/>
              <a:gd name="csX4" fmla="*/ 0 w 1235948"/>
              <a:gd name="csY4" fmla="*/ 1014884 h 1014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35948" h="1014884">
                <a:moveTo>
                  <a:pt x="0" y="1014884"/>
                </a:moveTo>
                <a:lnTo>
                  <a:pt x="1235948" y="683288"/>
                </a:lnTo>
                <a:lnTo>
                  <a:pt x="1235948" y="0"/>
                </a:lnTo>
                <a:lnTo>
                  <a:pt x="442128" y="221064"/>
                </a:lnTo>
                <a:lnTo>
                  <a:pt x="0" y="1014884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6429125D-05A7-5721-CE5F-92A11115901F}"/>
              </a:ext>
            </a:extLst>
          </p:cNvPr>
          <p:cNvSpPr/>
          <p:nvPr/>
        </p:nvSpPr>
        <p:spPr>
          <a:xfrm>
            <a:off x="5697415" y="1306286"/>
            <a:ext cx="1497205" cy="994787"/>
          </a:xfrm>
          <a:custGeom>
            <a:avLst/>
            <a:gdLst>
              <a:gd name="csX0" fmla="*/ 311499 w 1497205"/>
              <a:gd name="csY0" fmla="*/ 0 h 994787"/>
              <a:gd name="csX1" fmla="*/ 1497205 w 1497205"/>
              <a:gd name="csY1" fmla="*/ 301450 h 994787"/>
              <a:gd name="csX2" fmla="*/ 1487156 w 1497205"/>
              <a:gd name="csY2" fmla="*/ 994787 h 994787"/>
              <a:gd name="csX3" fmla="*/ 0 w 1497205"/>
              <a:gd name="csY3" fmla="*/ 823965 h 994787"/>
              <a:gd name="csX4" fmla="*/ 311499 w 1497205"/>
              <a:gd name="csY4" fmla="*/ 0 h 9947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97205" h="994787">
                <a:moveTo>
                  <a:pt x="311499" y="0"/>
                </a:moveTo>
                <a:lnTo>
                  <a:pt x="1497205" y="301450"/>
                </a:lnTo>
                <a:lnTo>
                  <a:pt x="1487156" y="994787"/>
                </a:lnTo>
                <a:lnTo>
                  <a:pt x="0" y="823965"/>
                </a:lnTo>
                <a:lnTo>
                  <a:pt x="311499" y="0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0E9281C-8557-D730-F509-DC3289446F73}"/>
              </a:ext>
            </a:extLst>
          </p:cNvPr>
          <p:cNvSpPr/>
          <p:nvPr/>
        </p:nvSpPr>
        <p:spPr>
          <a:xfrm>
            <a:off x="5727560" y="2150347"/>
            <a:ext cx="1728317" cy="813917"/>
          </a:xfrm>
          <a:custGeom>
            <a:avLst/>
            <a:gdLst>
              <a:gd name="csX0" fmla="*/ 281354 w 1728317"/>
              <a:gd name="csY0" fmla="*/ 733530 h 813917"/>
              <a:gd name="csX1" fmla="*/ 1728317 w 1728317"/>
              <a:gd name="csY1" fmla="*/ 813917 h 813917"/>
              <a:gd name="csX2" fmla="*/ 1477108 w 1728317"/>
              <a:gd name="csY2" fmla="*/ 130629 h 813917"/>
              <a:gd name="csX3" fmla="*/ 0 w 1728317"/>
              <a:gd name="csY3" fmla="*/ 0 h 813917"/>
              <a:gd name="csX4" fmla="*/ 281354 w 1728317"/>
              <a:gd name="csY4" fmla="*/ 733530 h 813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28317" h="813917">
                <a:moveTo>
                  <a:pt x="281354" y="733530"/>
                </a:moveTo>
                <a:lnTo>
                  <a:pt x="1728317" y="813917"/>
                </a:lnTo>
                <a:lnTo>
                  <a:pt x="1477108" y="130629"/>
                </a:lnTo>
                <a:lnTo>
                  <a:pt x="0" y="0"/>
                </a:lnTo>
                <a:lnTo>
                  <a:pt x="281354" y="733530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10B7F7D-297E-F739-5C20-E508A92460E5}"/>
              </a:ext>
            </a:extLst>
          </p:cNvPr>
          <p:cNvSpPr/>
          <p:nvPr/>
        </p:nvSpPr>
        <p:spPr>
          <a:xfrm>
            <a:off x="5757705" y="2893925"/>
            <a:ext cx="1678075" cy="743578"/>
          </a:xfrm>
          <a:custGeom>
            <a:avLst/>
            <a:gdLst>
              <a:gd name="csX0" fmla="*/ 0 w 1678075"/>
              <a:gd name="csY0" fmla="*/ 743578 h 743578"/>
              <a:gd name="csX1" fmla="*/ 1426866 w 1678075"/>
              <a:gd name="csY1" fmla="*/ 713433 h 743578"/>
              <a:gd name="csX2" fmla="*/ 1678075 w 1678075"/>
              <a:gd name="csY2" fmla="*/ 60290 h 743578"/>
              <a:gd name="csX3" fmla="*/ 231113 w 1678075"/>
              <a:gd name="csY3" fmla="*/ 0 h 743578"/>
              <a:gd name="csX4" fmla="*/ 0 w 1678075"/>
              <a:gd name="csY4" fmla="*/ 743578 h 7435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8075" h="743578">
                <a:moveTo>
                  <a:pt x="0" y="743578"/>
                </a:moveTo>
                <a:lnTo>
                  <a:pt x="1426866" y="713433"/>
                </a:lnTo>
                <a:lnTo>
                  <a:pt x="1678075" y="60290"/>
                </a:lnTo>
                <a:lnTo>
                  <a:pt x="231113" y="0"/>
                </a:lnTo>
                <a:lnTo>
                  <a:pt x="0" y="743578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6452812E-6046-DBCE-746B-E960078A59FB}"/>
              </a:ext>
            </a:extLst>
          </p:cNvPr>
          <p:cNvSpPr/>
          <p:nvPr/>
        </p:nvSpPr>
        <p:spPr>
          <a:xfrm>
            <a:off x="5757705" y="3597310"/>
            <a:ext cx="1436915" cy="723481"/>
          </a:xfrm>
          <a:custGeom>
            <a:avLst/>
            <a:gdLst>
              <a:gd name="csX0" fmla="*/ 211017 w 1436915"/>
              <a:gd name="csY0" fmla="*/ 723481 h 723481"/>
              <a:gd name="csX1" fmla="*/ 1426866 w 1436915"/>
              <a:gd name="csY1" fmla="*/ 612949 h 723481"/>
              <a:gd name="csX2" fmla="*/ 1436915 w 1436915"/>
              <a:gd name="csY2" fmla="*/ 0 h 723481"/>
              <a:gd name="csX3" fmla="*/ 0 w 1436915"/>
              <a:gd name="csY3" fmla="*/ 30145 h 723481"/>
              <a:gd name="csX4" fmla="*/ 211017 w 1436915"/>
              <a:gd name="csY4" fmla="*/ 723481 h 723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915" h="723481">
                <a:moveTo>
                  <a:pt x="211017" y="723481"/>
                </a:moveTo>
                <a:lnTo>
                  <a:pt x="1426866" y="612949"/>
                </a:lnTo>
                <a:lnTo>
                  <a:pt x="1436915" y="0"/>
                </a:lnTo>
                <a:lnTo>
                  <a:pt x="0" y="30145"/>
                </a:lnTo>
                <a:lnTo>
                  <a:pt x="211017" y="723481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A2072638-CD45-0941-889D-DF1E5059A8A7}"/>
              </a:ext>
            </a:extLst>
          </p:cNvPr>
          <p:cNvSpPr/>
          <p:nvPr/>
        </p:nvSpPr>
        <p:spPr>
          <a:xfrm>
            <a:off x="5998866" y="4190163"/>
            <a:ext cx="1215850" cy="844061"/>
          </a:xfrm>
          <a:custGeom>
            <a:avLst/>
            <a:gdLst>
              <a:gd name="csX0" fmla="*/ 0 w 1215850"/>
              <a:gd name="csY0" fmla="*/ 844061 h 844061"/>
              <a:gd name="csX1" fmla="*/ 1205802 w 1215850"/>
              <a:gd name="csY1" fmla="*/ 602901 h 844061"/>
              <a:gd name="csX2" fmla="*/ 1215850 w 1215850"/>
              <a:gd name="csY2" fmla="*/ 0 h 844061"/>
              <a:gd name="csX3" fmla="*/ 10048 w 1215850"/>
              <a:gd name="csY3" fmla="*/ 120580 h 844061"/>
              <a:gd name="csX4" fmla="*/ 0 w 1215850"/>
              <a:gd name="csY4" fmla="*/ 844061 h 8440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5850" h="844061">
                <a:moveTo>
                  <a:pt x="0" y="844061"/>
                </a:moveTo>
                <a:lnTo>
                  <a:pt x="1205802" y="602901"/>
                </a:lnTo>
                <a:lnTo>
                  <a:pt x="1215850" y="0"/>
                </a:lnTo>
                <a:lnTo>
                  <a:pt x="10048" y="120580"/>
                </a:lnTo>
                <a:lnTo>
                  <a:pt x="0" y="844061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51DF6A1-AD81-6B9D-E475-672D5A834D7E}"/>
              </a:ext>
            </a:extLst>
          </p:cNvPr>
          <p:cNvSpPr/>
          <p:nvPr/>
        </p:nvSpPr>
        <p:spPr>
          <a:xfrm>
            <a:off x="5998866" y="4803112"/>
            <a:ext cx="1215850" cy="924448"/>
          </a:xfrm>
          <a:custGeom>
            <a:avLst/>
            <a:gdLst>
              <a:gd name="csX0" fmla="*/ 10048 w 1215850"/>
              <a:gd name="csY0" fmla="*/ 924448 h 924448"/>
              <a:gd name="csX1" fmla="*/ 1215850 w 1215850"/>
              <a:gd name="csY1" fmla="*/ 592853 h 924448"/>
              <a:gd name="csX2" fmla="*/ 1195754 w 1215850"/>
              <a:gd name="csY2" fmla="*/ 0 h 924448"/>
              <a:gd name="csX3" fmla="*/ 0 w 1215850"/>
              <a:gd name="csY3" fmla="*/ 231112 h 924448"/>
              <a:gd name="csX4" fmla="*/ 10048 w 1215850"/>
              <a:gd name="csY4" fmla="*/ 924448 h 9244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5850" h="924448">
                <a:moveTo>
                  <a:pt x="10048" y="924448"/>
                </a:moveTo>
                <a:lnTo>
                  <a:pt x="1215850" y="592853"/>
                </a:lnTo>
                <a:lnTo>
                  <a:pt x="1195754" y="0"/>
                </a:lnTo>
                <a:lnTo>
                  <a:pt x="0" y="231112"/>
                </a:lnTo>
                <a:lnTo>
                  <a:pt x="10048" y="924448"/>
                </a:lnTo>
                <a:close/>
              </a:path>
            </a:pathLst>
          </a:custGeom>
          <a:solidFill>
            <a:schemeClr val="bg1">
              <a:lumMod val="65000"/>
              <a:alpha val="78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1F2E332-1214-7D8C-1724-74040D8D5942}"/>
              </a:ext>
            </a:extLst>
          </p:cNvPr>
          <p:cNvSpPr/>
          <p:nvPr/>
        </p:nvSpPr>
        <p:spPr>
          <a:xfrm>
            <a:off x="3161462" y="411982"/>
            <a:ext cx="134397" cy="6169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A82747B-A1BB-ACF4-9CCB-FF99D7279BA9}"/>
              </a:ext>
            </a:extLst>
          </p:cNvPr>
          <p:cNvSpPr/>
          <p:nvPr/>
        </p:nvSpPr>
        <p:spPr>
          <a:xfrm rot="17004221">
            <a:off x="5199197" y="-1140499"/>
            <a:ext cx="116885" cy="43154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9DD4A93-5F89-8F59-F219-9EFACFDA5C79}"/>
              </a:ext>
            </a:extLst>
          </p:cNvPr>
          <p:cNvSpPr/>
          <p:nvPr/>
        </p:nvSpPr>
        <p:spPr>
          <a:xfrm rot="15357170">
            <a:off x="5186415" y="3856797"/>
            <a:ext cx="116885" cy="43154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C6ED16-C3E2-6993-2D52-F55EEE2EF281}"/>
              </a:ext>
            </a:extLst>
          </p:cNvPr>
          <p:cNvSpPr txBox="1"/>
          <p:nvPr/>
        </p:nvSpPr>
        <p:spPr>
          <a:xfrm>
            <a:off x="5958673" y="423580"/>
            <a:ext cx="14222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addressable</a:t>
            </a:r>
          </a:p>
          <a:p>
            <a:r>
              <a:rPr lang="en-GB" dirty="0"/>
              <a:t>LEDs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1924E04F-FBF9-C7D9-86DA-36EE2222CF07}"/>
              </a:ext>
            </a:extLst>
          </p:cNvPr>
          <p:cNvSpPr/>
          <p:nvPr/>
        </p:nvSpPr>
        <p:spPr>
          <a:xfrm>
            <a:off x="4943789" y="2120202"/>
            <a:ext cx="1055077" cy="763675"/>
          </a:xfrm>
          <a:custGeom>
            <a:avLst/>
            <a:gdLst>
              <a:gd name="csX0" fmla="*/ 1055077 w 1055077"/>
              <a:gd name="csY0" fmla="*/ 763675 h 763675"/>
              <a:gd name="csX1" fmla="*/ 763675 w 1055077"/>
              <a:gd name="csY1" fmla="*/ 0 h 763675"/>
              <a:gd name="csX2" fmla="*/ 0 w 1055077"/>
              <a:gd name="csY2" fmla="*/ 683288 h 763675"/>
              <a:gd name="csX3" fmla="*/ 1055077 w 1055077"/>
              <a:gd name="csY3" fmla="*/ 763675 h 7636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55077" h="763675">
                <a:moveTo>
                  <a:pt x="1055077" y="763675"/>
                </a:moveTo>
                <a:lnTo>
                  <a:pt x="763675" y="0"/>
                </a:lnTo>
                <a:lnTo>
                  <a:pt x="0" y="683288"/>
                </a:lnTo>
                <a:lnTo>
                  <a:pt x="1055077" y="763675"/>
                </a:lnTo>
                <a:close/>
              </a:path>
            </a:pathLst>
          </a:custGeom>
          <a:solidFill>
            <a:srgbClr val="5357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91DFC31-3987-D5D3-2D7A-C791B18687DB}"/>
              </a:ext>
            </a:extLst>
          </p:cNvPr>
          <p:cNvSpPr/>
          <p:nvPr/>
        </p:nvSpPr>
        <p:spPr>
          <a:xfrm>
            <a:off x="5205046" y="4330840"/>
            <a:ext cx="783772" cy="934496"/>
          </a:xfrm>
          <a:custGeom>
            <a:avLst/>
            <a:gdLst>
              <a:gd name="csX0" fmla="*/ 0 w 783772"/>
              <a:gd name="csY0" fmla="*/ 934496 h 934496"/>
              <a:gd name="csX1" fmla="*/ 773723 w 783772"/>
              <a:gd name="csY1" fmla="*/ 663191 h 934496"/>
              <a:gd name="csX2" fmla="*/ 783772 w 783772"/>
              <a:gd name="csY2" fmla="*/ 0 h 934496"/>
              <a:gd name="csX3" fmla="*/ 0 w 783772"/>
              <a:gd name="csY3" fmla="*/ 934496 h 9344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83772" h="934496">
                <a:moveTo>
                  <a:pt x="0" y="934496"/>
                </a:moveTo>
                <a:lnTo>
                  <a:pt x="773723" y="663191"/>
                </a:lnTo>
                <a:lnTo>
                  <a:pt x="783772" y="0"/>
                </a:lnTo>
                <a:lnTo>
                  <a:pt x="0" y="934496"/>
                </a:lnTo>
                <a:close/>
              </a:path>
            </a:pathLst>
          </a:custGeom>
          <a:solidFill>
            <a:srgbClr val="5357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2B857CC4-665B-C0F3-7482-4AB2C4EB5CC1}"/>
              </a:ext>
            </a:extLst>
          </p:cNvPr>
          <p:cNvSpPr/>
          <p:nvPr/>
        </p:nvSpPr>
        <p:spPr>
          <a:xfrm>
            <a:off x="4401178" y="3627455"/>
            <a:ext cx="1547446" cy="703385"/>
          </a:xfrm>
          <a:custGeom>
            <a:avLst/>
            <a:gdLst>
              <a:gd name="csX0" fmla="*/ 0 w 1547446"/>
              <a:gd name="csY0" fmla="*/ 0 h 703385"/>
              <a:gd name="csX1" fmla="*/ 1316334 w 1547446"/>
              <a:gd name="csY1" fmla="*/ 10048 h 703385"/>
              <a:gd name="csX2" fmla="*/ 1547446 w 1547446"/>
              <a:gd name="csY2" fmla="*/ 703385 h 703385"/>
              <a:gd name="csX3" fmla="*/ 0 w 1547446"/>
              <a:gd name="csY3" fmla="*/ 0 h 7033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47446" h="703385">
                <a:moveTo>
                  <a:pt x="0" y="0"/>
                </a:moveTo>
                <a:lnTo>
                  <a:pt x="1316334" y="10048"/>
                </a:lnTo>
                <a:lnTo>
                  <a:pt x="1547446" y="703385"/>
                </a:lnTo>
                <a:lnTo>
                  <a:pt x="0" y="0"/>
                </a:lnTo>
                <a:close/>
              </a:path>
            </a:pathLst>
          </a:custGeom>
          <a:solidFill>
            <a:srgbClr val="5357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6C3D7321-15CF-35D6-6EA5-EF656D4AEB04}"/>
              </a:ext>
            </a:extLst>
          </p:cNvPr>
          <p:cNvSpPr/>
          <p:nvPr/>
        </p:nvSpPr>
        <p:spPr>
          <a:xfrm>
            <a:off x="5717512" y="1306286"/>
            <a:ext cx="894303" cy="844061"/>
          </a:xfrm>
          <a:custGeom>
            <a:avLst/>
            <a:gdLst>
              <a:gd name="csX0" fmla="*/ 261257 w 894303"/>
              <a:gd name="csY0" fmla="*/ 0 h 844061"/>
              <a:gd name="csX1" fmla="*/ 0 w 894303"/>
              <a:gd name="csY1" fmla="*/ 844061 h 844061"/>
              <a:gd name="csX2" fmla="*/ 894303 w 894303"/>
              <a:gd name="csY2" fmla="*/ 190918 h 844061"/>
              <a:gd name="csX3" fmla="*/ 261257 w 894303"/>
              <a:gd name="csY3" fmla="*/ 0 h 8440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94303" h="844061">
                <a:moveTo>
                  <a:pt x="261257" y="0"/>
                </a:moveTo>
                <a:lnTo>
                  <a:pt x="0" y="844061"/>
                </a:lnTo>
                <a:lnTo>
                  <a:pt x="894303" y="190918"/>
                </a:lnTo>
                <a:lnTo>
                  <a:pt x="261257" y="0"/>
                </a:lnTo>
                <a:close/>
              </a:path>
            </a:pathLst>
          </a:custGeom>
          <a:solidFill>
            <a:srgbClr val="5357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118C2CF7-315D-7B63-EA02-671A59122EF7}"/>
              </a:ext>
            </a:extLst>
          </p:cNvPr>
          <p:cNvSpPr/>
          <p:nvPr/>
        </p:nvSpPr>
        <p:spPr>
          <a:xfrm>
            <a:off x="5958673" y="4320792"/>
            <a:ext cx="1283254" cy="649854"/>
          </a:xfrm>
          <a:custGeom>
            <a:avLst/>
            <a:gdLst>
              <a:gd name="csX0" fmla="*/ 30145 w 944545"/>
              <a:gd name="csY0" fmla="*/ 0 h 713433"/>
              <a:gd name="csX1" fmla="*/ 0 w 944545"/>
              <a:gd name="csY1" fmla="*/ 713433 h 713433"/>
              <a:gd name="csX2" fmla="*/ 944545 w 944545"/>
              <a:gd name="csY2" fmla="*/ 522514 h 713433"/>
              <a:gd name="csX3" fmla="*/ 30145 w 944545"/>
              <a:gd name="csY3" fmla="*/ 0 h 7134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44545" h="713433">
                <a:moveTo>
                  <a:pt x="30145" y="0"/>
                </a:moveTo>
                <a:lnTo>
                  <a:pt x="0" y="713433"/>
                </a:lnTo>
                <a:lnTo>
                  <a:pt x="944545" y="522514"/>
                </a:lnTo>
                <a:lnTo>
                  <a:pt x="30145" y="0"/>
                </a:lnTo>
                <a:close/>
              </a:path>
            </a:pathLst>
          </a:custGeom>
          <a:solidFill>
            <a:srgbClr val="5357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D4B34E80-21A5-E761-DAED-1F2FC585A848}"/>
              </a:ext>
            </a:extLst>
          </p:cNvPr>
          <p:cNvSpPr/>
          <p:nvPr/>
        </p:nvSpPr>
        <p:spPr>
          <a:xfrm>
            <a:off x="5988818" y="4800845"/>
            <a:ext cx="1205802" cy="956860"/>
          </a:xfrm>
          <a:custGeom>
            <a:avLst/>
            <a:gdLst>
              <a:gd name="csX0" fmla="*/ 0 w 823964"/>
              <a:gd name="csY0" fmla="*/ 914400 h 914400"/>
              <a:gd name="csX1" fmla="*/ 20096 w 823964"/>
              <a:gd name="csY1" fmla="*/ 180871 h 914400"/>
              <a:gd name="csX2" fmla="*/ 823964 w 823964"/>
              <a:gd name="csY2" fmla="*/ 0 h 914400"/>
              <a:gd name="csX3" fmla="*/ 0 w 823964"/>
              <a:gd name="csY3" fmla="*/ 914400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23964" h="914400">
                <a:moveTo>
                  <a:pt x="0" y="914400"/>
                </a:moveTo>
                <a:lnTo>
                  <a:pt x="20096" y="180871"/>
                </a:lnTo>
                <a:lnTo>
                  <a:pt x="823964" y="0"/>
                </a:lnTo>
                <a:lnTo>
                  <a:pt x="0" y="914400"/>
                </a:lnTo>
                <a:close/>
              </a:path>
            </a:pathLst>
          </a:custGeom>
          <a:solidFill>
            <a:srgbClr val="5357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68BE75C-0024-47CC-E81F-088C5F650970}"/>
              </a:ext>
            </a:extLst>
          </p:cNvPr>
          <p:cNvSpPr txBox="1"/>
          <p:nvPr/>
        </p:nvSpPr>
        <p:spPr>
          <a:xfrm>
            <a:off x="4739053" y="2967695"/>
            <a:ext cx="11112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coloured</a:t>
            </a:r>
          </a:p>
          <a:p>
            <a:r>
              <a:rPr lang="en-GB" dirty="0"/>
              <a:t>Shadows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D659CA04-CB6B-9314-F81C-F1511CA499D3}"/>
              </a:ext>
            </a:extLst>
          </p:cNvPr>
          <p:cNvSpPr/>
          <p:nvPr/>
        </p:nvSpPr>
        <p:spPr>
          <a:xfrm>
            <a:off x="5958673" y="2270927"/>
            <a:ext cx="1527349" cy="693337"/>
          </a:xfrm>
          <a:custGeom>
            <a:avLst/>
            <a:gdLst>
              <a:gd name="csX0" fmla="*/ 1527349 w 1527349"/>
              <a:gd name="csY0" fmla="*/ 693337 h 693337"/>
              <a:gd name="csX1" fmla="*/ 1235947 w 1527349"/>
              <a:gd name="csY1" fmla="*/ 0 h 693337"/>
              <a:gd name="csX2" fmla="*/ 0 w 1527349"/>
              <a:gd name="csY2" fmla="*/ 602902 h 693337"/>
              <a:gd name="csX3" fmla="*/ 1527349 w 1527349"/>
              <a:gd name="csY3" fmla="*/ 693337 h 6933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27349" h="693337">
                <a:moveTo>
                  <a:pt x="1527349" y="693337"/>
                </a:moveTo>
                <a:lnTo>
                  <a:pt x="1235947" y="0"/>
                </a:lnTo>
                <a:lnTo>
                  <a:pt x="0" y="602902"/>
                </a:lnTo>
                <a:lnTo>
                  <a:pt x="1527349" y="693337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F289CA9-DE58-074B-3B81-D9F199F8B47E}"/>
              </a:ext>
            </a:extLst>
          </p:cNvPr>
          <p:cNvSpPr/>
          <p:nvPr/>
        </p:nvSpPr>
        <p:spPr>
          <a:xfrm>
            <a:off x="5747657" y="2883877"/>
            <a:ext cx="1718268" cy="753626"/>
          </a:xfrm>
          <a:custGeom>
            <a:avLst/>
            <a:gdLst>
              <a:gd name="csX0" fmla="*/ 0 w 1718268"/>
              <a:gd name="csY0" fmla="*/ 753626 h 753626"/>
              <a:gd name="csX1" fmla="*/ 1718268 w 1718268"/>
              <a:gd name="csY1" fmla="*/ 90435 h 753626"/>
              <a:gd name="csX2" fmla="*/ 251209 w 1718268"/>
              <a:gd name="csY2" fmla="*/ 0 h 753626"/>
              <a:gd name="csX3" fmla="*/ 0 w 1718268"/>
              <a:gd name="csY3" fmla="*/ 753626 h 753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18268" h="753626">
                <a:moveTo>
                  <a:pt x="0" y="753626"/>
                </a:moveTo>
                <a:lnTo>
                  <a:pt x="1718268" y="90435"/>
                </a:lnTo>
                <a:lnTo>
                  <a:pt x="251209" y="0"/>
                </a:lnTo>
                <a:lnTo>
                  <a:pt x="0" y="75362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ACC0674B-89CF-312B-1A8A-8A55A0ED770C}"/>
              </a:ext>
            </a:extLst>
          </p:cNvPr>
          <p:cNvSpPr/>
          <p:nvPr/>
        </p:nvSpPr>
        <p:spPr>
          <a:xfrm>
            <a:off x="3406391" y="1909187"/>
            <a:ext cx="1507253" cy="854110"/>
          </a:xfrm>
          <a:custGeom>
            <a:avLst/>
            <a:gdLst>
              <a:gd name="csX0" fmla="*/ 1507253 w 1507253"/>
              <a:gd name="csY0" fmla="*/ 854110 h 854110"/>
              <a:gd name="csX1" fmla="*/ 1366576 w 1507253"/>
              <a:gd name="csY1" fmla="*/ 0 h 854110"/>
              <a:gd name="csX2" fmla="*/ 0 w 1507253"/>
              <a:gd name="csY2" fmla="*/ 753626 h 854110"/>
              <a:gd name="csX3" fmla="*/ 1507253 w 1507253"/>
              <a:gd name="csY3" fmla="*/ 854110 h 8541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07253" h="854110">
                <a:moveTo>
                  <a:pt x="1507253" y="854110"/>
                </a:moveTo>
                <a:lnTo>
                  <a:pt x="1366576" y="0"/>
                </a:lnTo>
                <a:lnTo>
                  <a:pt x="0" y="753626"/>
                </a:lnTo>
                <a:lnTo>
                  <a:pt x="1507253" y="85411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DDF9097-3273-AFF5-4321-CDEED1D855BA}"/>
              </a:ext>
            </a:extLst>
          </p:cNvPr>
          <p:cNvSpPr/>
          <p:nvPr/>
        </p:nvSpPr>
        <p:spPr>
          <a:xfrm>
            <a:off x="3426489" y="2637015"/>
            <a:ext cx="1510602" cy="970343"/>
          </a:xfrm>
          <a:custGeom>
            <a:avLst/>
            <a:gdLst>
              <a:gd name="csX0" fmla="*/ 954593 w 1517301"/>
              <a:gd name="csY0" fmla="*/ 954593 h 954593"/>
              <a:gd name="csX1" fmla="*/ 1517301 w 1517301"/>
              <a:gd name="csY1" fmla="*/ 140677 h 954593"/>
              <a:gd name="csX2" fmla="*/ 0 w 1517301"/>
              <a:gd name="csY2" fmla="*/ 0 h 954593"/>
              <a:gd name="csX3" fmla="*/ 954593 w 1517301"/>
              <a:gd name="csY3" fmla="*/ 954593 h 9545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17301" h="954593">
                <a:moveTo>
                  <a:pt x="954593" y="954593"/>
                </a:moveTo>
                <a:lnTo>
                  <a:pt x="1517301" y="140677"/>
                </a:lnTo>
                <a:lnTo>
                  <a:pt x="0" y="0"/>
                </a:lnTo>
                <a:lnTo>
                  <a:pt x="954593" y="954593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BD4A7BF-5DDB-E5F0-6A84-074A1946D7D1}"/>
              </a:ext>
            </a:extLst>
          </p:cNvPr>
          <p:cNvSpPr/>
          <p:nvPr/>
        </p:nvSpPr>
        <p:spPr>
          <a:xfrm>
            <a:off x="3406391" y="4471516"/>
            <a:ext cx="1798655" cy="1014884"/>
          </a:xfrm>
          <a:custGeom>
            <a:avLst/>
            <a:gdLst>
              <a:gd name="csX0" fmla="*/ 1798655 w 1798655"/>
              <a:gd name="csY0" fmla="*/ 763675 h 1014884"/>
              <a:gd name="csX1" fmla="*/ 1306286 w 1798655"/>
              <a:gd name="csY1" fmla="*/ 0 h 1014884"/>
              <a:gd name="csX2" fmla="*/ 0 w 1798655"/>
              <a:gd name="csY2" fmla="*/ 1014884 h 1014884"/>
              <a:gd name="csX3" fmla="*/ 1798655 w 1798655"/>
              <a:gd name="csY3" fmla="*/ 763675 h 1014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98655" h="1014884">
                <a:moveTo>
                  <a:pt x="1798655" y="763675"/>
                </a:moveTo>
                <a:lnTo>
                  <a:pt x="1306286" y="0"/>
                </a:lnTo>
                <a:lnTo>
                  <a:pt x="0" y="1014884"/>
                </a:lnTo>
                <a:lnTo>
                  <a:pt x="1798655" y="763675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31238A51-6A25-8A3B-DCD4-8C236A5A0238}"/>
              </a:ext>
            </a:extLst>
          </p:cNvPr>
          <p:cNvSpPr/>
          <p:nvPr/>
        </p:nvSpPr>
        <p:spPr>
          <a:xfrm>
            <a:off x="3376246" y="5245240"/>
            <a:ext cx="1848897" cy="793819"/>
          </a:xfrm>
          <a:custGeom>
            <a:avLst/>
            <a:gdLst>
              <a:gd name="csX0" fmla="*/ 1346479 w 1848897"/>
              <a:gd name="csY0" fmla="*/ 793819 h 793819"/>
              <a:gd name="csX1" fmla="*/ 1848897 w 1848897"/>
              <a:gd name="csY1" fmla="*/ 0 h 793819"/>
              <a:gd name="csX2" fmla="*/ 0 w 1848897"/>
              <a:gd name="csY2" fmla="*/ 231112 h 793819"/>
              <a:gd name="csX3" fmla="*/ 1346479 w 1848897"/>
              <a:gd name="csY3" fmla="*/ 793819 h 7938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48897" h="793819">
                <a:moveTo>
                  <a:pt x="1346479" y="793819"/>
                </a:moveTo>
                <a:lnTo>
                  <a:pt x="1848897" y="0"/>
                </a:lnTo>
                <a:lnTo>
                  <a:pt x="0" y="231112"/>
                </a:lnTo>
                <a:lnTo>
                  <a:pt x="1346479" y="793819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880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Isakov</dc:creator>
  <cp:lastModifiedBy>Ivan Isakov</cp:lastModifiedBy>
  <cp:revision>1</cp:revision>
  <dcterms:created xsi:type="dcterms:W3CDTF">2026-09-23T20:04:54Z</dcterms:created>
  <dcterms:modified xsi:type="dcterms:W3CDTF">2026-09-23T20:20:01Z</dcterms:modified>
</cp:coreProperties>
</file>